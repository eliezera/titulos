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421" r:id="rId6"/>
    <p:sldId id="422" r:id="rId7"/>
    <p:sldId id="423" r:id="rId8"/>
    <p:sldId id="425" r:id="rId9"/>
    <p:sldId id="426" r:id="rId10"/>
    <p:sldId id="424" r:id="rId11"/>
    <p:sldId id="393" r:id="rId12"/>
    <p:sldId id="369" r:id="rId13"/>
    <p:sldId id="437" r:id="rId14"/>
    <p:sldId id="427" r:id="rId15"/>
    <p:sldId id="436" r:id="rId16"/>
    <p:sldId id="438" r:id="rId17"/>
    <p:sldId id="428" r:id="rId18"/>
    <p:sldId id="432" r:id="rId19"/>
    <p:sldId id="439" r:id="rId20"/>
    <p:sldId id="433" r:id="rId21"/>
    <p:sldId id="442" r:id="rId22"/>
    <p:sldId id="443" r:id="rId23"/>
    <p:sldId id="441" r:id="rId24"/>
  </p:sldIdLst>
  <p:sldSz cx="9144000" cy="6858000" type="screen4x3"/>
  <p:notesSz cx="6797675" cy="9926638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 María Rangel Martínez" initials="AMRM" lastIdx="1" clrIdx="0">
    <p:extLst>
      <p:ext uri="{19B8F6BF-5375-455C-9EA6-DF929625EA0E}">
        <p15:presenceInfo xmlns:p15="http://schemas.microsoft.com/office/powerpoint/2012/main" userId="S-1-5-21-2014476956-2916155184-916859924-1490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527830"/>
    <a:srgbClr val="979797"/>
    <a:srgbClr val="DCDCDC"/>
    <a:srgbClr val="C5C5C5"/>
    <a:srgbClr val="C7C7C7"/>
    <a:srgbClr val="A4AA54"/>
    <a:srgbClr val="BCBCBC"/>
    <a:srgbClr val="A9A9A9"/>
    <a:srgbClr val="F0F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83" autoAdjust="0"/>
    <p:restoredTop sz="95501" autoAdjust="0"/>
  </p:normalViewPr>
  <p:slideViewPr>
    <p:cSldViewPr>
      <p:cViewPr varScale="1">
        <p:scale>
          <a:sx n="115" d="100"/>
          <a:sy n="115" d="100"/>
        </p:scale>
        <p:origin x="189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845638-7BCC-4FB2-AC0E-33997257836D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8C4875A-EAEC-4023-A8AB-6C7E9C669B8F}">
      <dgm:prSet phldrT="[Texto]"/>
      <dgm:spPr/>
      <dgm:t>
        <a:bodyPr/>
        <a:lstStyle/>
        <a:p>
          <a:r>
            <a:rPr lang="es-MX" dirty="0" smtClean="0"/>
            <a:t>Transferencias BUS</a:t>
          </a:r>
          <a:endParaRPr lang="es-MX" dirty="0"/>
        </a:p>
      </dgm:t>
    </dgm:pt>
    <dgm:pt modelId="{8A170E6D-3998-41BE-8785-6DDCEBFD1C57}" type="parTrans" cxnId="{6A769368-5632-4E77-A8BD-4A543DC26EA7}">
      <dgm:prSet/>
      <dgm:spPr/>
      <dgm:t>
        <a:bodyPr/>
        <a:lstStyle/>
        <a:p>
          <a:endParaRPr lang="es-MX"/>
        </a:p>
      </dgm:t>
    </dgm:pt>
    <dgm:pt modelId="{2004FABD-E902-40CA-8530-ACDB88D2B38C}" type="sibTrans" cxnId="{6A769368-5632-4E77-A8BD-4A543DC26EA7}">
      <dgm:prSet/>
      <dgm:spPr/>
      <dgm:t>
        <a:bodyPr/>
        <a:lstStyle/>
        <a:p>
          <a:endParaRPr lang="es-MX"/>
        </a:p>
      </dgm:t>
    </dgm:pt>
    <dgm:pt modelId="{94225A2A-EA9C-48A6-8B16-6B686B1EBBF5}">
      <dgm:prSet phldrT="[Texto]"/>
      <dgm:spPr/>
      <dgm:t>
        <a:bodyPr/>
        <a:lstStyle/>
        <a:p>
          <a:r>
            <a:rPr lang="es-MX" dirty="0" smtClean="0"/>
            <a:t>DGTIC – Títulos Electrónicos</a:t>
          </a:r>
          <a:endParaRPr lang="es-MX" dirty="0"/>
        </a:p>
      </dgm:t>
    </dgm:pt>
    <dgm:pt modelId="{9D6A73A8-C4BD-4CC5-B515-B822E3E75C99}" type="parTrans" cxnId="{F32632F2-7327-45E2-8A15-C73B7E558B55}">
      <dgm:prSet/>
      <dgm:spPr/>
      <dgm:t>
        <a:bodyPr/>
        <a:lstStyle/>
        <a:p>
          <a:endParaRPr lang="es-MX"/>
        </a:p>
      </dgm:t>
    </dgm:pt>
    <dgm:pt modelId="{09F7C783-C164-452A-996E-05B3D2EEDF10}" type="sibTrans" cxnId="{F32632F2-7327-45E2-8A15-C73B7E558B55}">
      <dgm:prSet/>
      <dgm:spPr/>
      <dgm:t>
        <a:bodyPr/>
        <a:lstStyle/>
        <a:p>
          <a:endParaRPr lang="es-MX"/>
        </a:p>
      </dgm:t>
    </dgm:pt>
    <dgm:pt modelId="{1EB1C09B-8BB3-4F70-8119-633D44A5D759}">
      <dgm:prSet phldrT="[Texto]"/>
      <dgm:spPr/>
      <dgm:t>
        <a:bodyPr/>
        <a:lstStyle/>
        <a:p>
          <a:r>
            <a:rPr lang="es-MX" dirty="0" smtClean="0"/>
            <a:t>DGP - DGAIR Normativo</a:t>
          </a:r>
          <a:endParaRPr lang="es-MX" dirty="0"/>
        </a:p>
      </dgm:t>
    </dgm:pt>
    <dgm:pt modelId="{BFC4C0B5-0F32-48F5-B565-5E1E12CC5C5A}" type="parTrans" cxnId="{E549D5FE-FE41-4970-A52F-D140C1C5622F}">
      <dgm:prSet/>
      <dgm:spPr/>
      <dgm:t>
        <a:bodyPr/>
        <a:lstStyle/>
        <a:p>
          <a:endParaRPr lang="es-MX"/>
        </a:p>
      </dgm:t>
    </dgm:pt>
    <dgm:pt modelId="{7CE3D662-F9F3-4902-9FC3-B2AFEE64BC37}" type="sibTrans" cxnId="{E549D5FE-FE41-4970-A52F-D140C1C5622F}">
      <dgm:prSet/>
      <dgm:spPr/>
      <dgm:t>
        <a:bodyPr/>
        <a:lstStyle/>
        <a:p>
          <a:endParaRPr lang="es-MX"/>
        </a:p>
      </dgm:t>
    </dgm:pt>
    <dgm:pt modelId="{31ED8E98-D292-4A88-B14E-46BE8AEE7715}">
      <dgm:prSet phldrT="[Texto]"/>
      <dgm:spPr/>
      <dgm:t>
        <a:bodyPr/>
        <a:lstStyle/>
        <a:p>
          <a:r>
            <a:rPr lang="es-MX" dirty="0" smtClean="0"/>
            <a:t>DGP Técnico Operativo</a:t>
          </a:r>
          <a:endParaRPr lang="es-MX" dirty="0"/>
        </a:p>
      </dgm:t>
    </dgm:pt>
    <dgm:pt modelId="{10EA8E9F-54A2-4FC6-9A72-C5F1B2E8DCAA}" type="parTrans" cxnId="{8F943CA0-53E9-432A-BE79-88942986D291}">
      <dgm:prSet/>
      <dgm:spPr/>
      <dgm:t>
        <a:bodyPr/>
        <a:lstStyle/>
        <a:p>
          <a:endParaRPr lang="es-MX"/>
        </a:p>
      </dgm:t>
    </dgm:pt>
    <dgm:pt modelId="{4B69C7A7-292E-4E39-A157-933C17D0FBE3}" type="sibTrans" cxnId="{8F943CA0-53E9-432A-BE79-88942986D291}">
      <dgm:prSet/>
      <dgm:spPr/>
      <dgm:t>
        <a:bodyPr/>
        <a:lstStyle/>
        <a:p>
          <a:endParaRPr lang="es-MX"/>
        </a:p>
      </dgm:t>
    </dgm:pt>
    <dgm:pt modelId="{621A3174-04D5-4391-86B8-DA6FE090E84D}">
      <dgm:prSet phldrT="[Texto]"/>
      <dgm:spPr/>
      <dgm:t>
        <a:bodyPr/>
        <a:lstStyle/>
        <a:p>
          <a:r>
            <a:rPr lang="es-MX" dirty="0" smtClean="0"/>
            <a:t>DGTIC – Títulos Electrónicos</a:t>
          </a:r>
          <a:endParaRPr lang="es-MX" dirty="0"/>
        </a:p>
      </dgm:t>
    </dgm:pt>
    <dgm:pt modelId="{58A1B508-E75B-4C87-808C-A63D717FA936}" type="parTrans" cxnId="{4FA60AC0-9846-40EF-B893-AC463A9E250E}">
      <dgm:prSet/>
      <dgm:spPr/>
      <dgm:t>
        <a:bodyPr/>
        <a:lstStyle/>
        <a:p>
          <a:endParaRPr lang="es-MX"/>
        </a:p>
      </dgm:t>
    </dgm:pt>
    <dgm:pt modelId="{A2D96223-64AB-4638-AF53-3FEFEEB13A8F}" type="sibTrans" cxnId="{4FA60AC0-9846-40EF-B893-AC463A9E250E}">
      <dgm:prSet/>
      <dgm:spPr/>
      <dgm:t>
        <a:bodyPr/>
        <a:lstStyle/>
        <a:p>
          <a:endParaRPr lang="es-MX"/>
        </a:p>
      </dgm:t>
    </dgm:pt>
    <dgm:pt modelId="{9640F62F-BE54-482D-BC75-A957D4FD6F16}">
      <dgm:prSet phldrT="[Texto]"/>
      <dgm:spPr/>
      <dgm:t>
        <a:bodyPr/>
        <a:lstStyle/>
        <a:p>
          <a:r>
            <a:rPr lang="es-MX" dirty="0" smtClean="0"/>
            <a:t>Responsable de Mesa de Ayuda</a:t>
          </a:r>
          <a:endParaRPr lang="es-MX" dirty="0"/>
        </a:p>
      </dgm:t>
    </dgm:pt>
    <dgm:pt modelId="{1FCF37C5-93FD-47C7-8436-FC0131F1286A}" type="parTrans" cxnId="{ADAFB443-9FF3-4363-8AD2-CC359E40C1FE}">
      <dgm:prSet/>
      <dgm:spPr/>
      <dgm:t>
        <a:bodyPr/>
        <a:lstStyle/>
        <a:p>
          <a:endParaRPr lang="es-MX"/>
        </a:p>
      </dgm:t>
    </dgm:pt>
    <dgm:pt modelId="{CB1205C1-EB64-46C9-8F38-3BF95CACA97D}" type="sibTrans" cxnId="{ADAFB443-9FF3-4363-8AD2-CC359E40C1FE}">
      <dgm:prSet/>
      <dgm:spPr/>
      <dgm:t>
        <a:bodyPr/>
        <a:lstStyle/>
        <a:p>
          <a:endParaRPr lang="es-MX"/>
        </a:p>
      </dgm:t>
    </dgm:pt>
    <dgm:pt modelId="{75518508-93AE-4BBA-B49D-F557519F2EFA}">
      <dgm:prSet phldrT="[Texto]"/>
      <dgm:spPr/>
      <dgm:t>
        <a:bodyPr/>
        <a:lstStyle/>
        <a:p>
          <a:r>
            <a:rPr lang="es-MX" dirty="0" smtClean="0"/>
            <a:t>N3</a:t>
          </a:r>
          <a:endParaRPr lang="es-MX" dirty="0"/>
        </a:p>
      </dgm:t>
    </dgm:pt>
    <dgm:pt modelId="{32815083-0D96-4E20-BCF3-0F1DD791E87A}" type="parTrans" cxnId="{3F435347-E864-404C-AA9E-707FAFA604C7}">
      <dgm:prSet/>
      <dgm:spPr/>
      <dgm:t>
        <a:bodyPr/>
        <a:lstStyle/>
        <a:p>
          <a:endParaRPr lang="es-MX"/>
        </a:p>
      </dgm:t>
    </dgm:pt>
    <dgm:pt modelId="{DDA49EC9-B8F7-4A27-A631-77D377064A82}" type="sibTrans" cxnId="{3F435347-E864-404C-AA9E-707FAFA604C7}">
      <dgm:prSet/>
      <dgm:spPr/>
      <dgm:t>
        <a:bodyPr/>
        <a:lstStyle/>
        <a:p>
          <a:endParaRPr lang="es-MX"/>
        </a:p>
      </dgm:t>
    </dgm:pt>
    <dgm:pt modelId="{DAB76F3F-3BCB-4DA2-8537-9DF667DC1D8F}">
      <dgm:prSet phldrT="[Texto]"/>
      <dgm:spPr/>
      <dgm:t>
        <a:bodyPr/>
        <a:lstStyle/>
        <a:p>
          <a:r>
            <a:rPr lang="es-MX" dirty="0" smtClean="0"/>
            <a:t>N2</a:t>
          </a:r>
          <a:endParaRPr lang="es-MX" dirty="0"/>
        </a:p>
      </dgm:t>
    </dgm:pt>
    <dgm:pt modelId="{2323943E-F916-43BE-A97C-B104D8BEC16D}" type="parTrans" cxnId="{0C8D7AF1-4E08-4772-AD34-CEB59E865040}">
      <dgm:prSet/>
      <dgm:spPr/>
      <dgm:t>
        <a:bodyPr/>
        <a:lstStyle/>
        <a:p>
          <a:endParaRPr lang="es-MX"/>
        </a:p>
      </dgm:t>
    </dgm:pt>
    <dgm:pt modelId="{A2680886-AA76-4C6E-BFBC-81F7DC7F893C}" type="sibTrans" cxnId="{0C8D7AF1-4E08-4772-AD34-CEB59E865040}">
      <dgm:prSet/>
      <dgm:spPr/>
      <dgm:t>
        <a:bodyPr/>
        <a:lstStyle/>
        <a:p>
          <a:endParaRPr lang="es-MX"/>
        </a:p>
      </dgm:t>
    </dgm:pt>
    <dgm:pt modelId="{608DA71B-24A0-4845-8EC3-67218F66DC5B}">
      <dgm:prSet phldrT="[Texto]"/>
      <dgm:spPr/>
      <dgm:t>
        <a:bodyPr/>
        <a:lstStyle/>
        <a:p>
          <a:r>
            <a:rPr lang="es-MX" dirty="0" smtClean="0"/>
            <a:t>N1</a:t>
          </a:r>
          <a:endParaRPr lang="es-MX" dirty="0"/>
        </a:p>
      </dgm:t>
    </dgm:pt>
    <dgm:pt modelId="{274643D1-F3B1-4965-BD27-B9DB967A0686}" type="parTrans" cxnId="{7709D698-7E09-4675-B6F1-A12DADBA1A7D}">
      <dgm:prSet/>
      <dgm:spPr/>
      <dgm:t>
        <a:bodyPr/>
        <a:lstStyle/>
        <a:p>
          <a:endParaRPr lang="es-MX"/>
        </a:p>
      </dgm:t>
    </dgm:pt>
    <dgm:pt modelId="{D07D75D5-9153-4B52-8A68-8E378098C53C}" type="sibTrans" cxnId="{7709D698-7E09-4675-B6F1-A12DADBA1A7D}">
      <dgm:prSet/>
      <dgm:spPr/>
      <dgm:t>
        <a:bodyPr/>
        <a:lstStyle/>
        <a:p>
          <a:endParaRPr lang="es-MX"/>
        </a:p>
      </dgm:t>
    </dgm:pt>
    <dgm:pt modelId="{97E8189D-2184-4040-8870-E6D0BF09E3A4}" type="pres">
      <dgm:prSet presAssocID="{13845638-7BCC-4FB2-AC0E-33997257836D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s-MX"/>
        </a:p>
      </dgm:t>
    </dgm:pt>
    <dgm:pt modelId="{AD53A625-7E4D-4652-BCE1-0EAB3A1404D1}" type="pres">
      <dgm:prSet presAssocID="{13845638-7BCC-4FB2-AC0E-33997257836D}" presName="hierFlow" presStyleCnt="0"/>
      <dgm:spPr/>
    </dgm:pt>
    <dgm:pt modelId="{C343D313-1E08-4C05-B155-AFAD417C6811}" type="pres">
      <dgm:prSet presAssocID="{13845638-7BCC-4FB2-AC0E-33997257836D}" presName="firstBuf" presStyleCnt="0"/>
      <dgm:spPr/>
    </dgm:pt>
    <dgm:pt modelId="{F69719FE-1AEC-4553-B3A8-CEB74F963DB9}" type="pres">
      <dgm:prSet presAssocID="{13845638-7BCC-4FB2-AC0E-33997257836D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1B21213C-A502-4653-9063-19094570578C}" type="pres">
      <dgm:prSet presAssocID="{E8C4875A-EAEC-4023-A8AB-6C7E9C669B8F}" presName="Name14" presStyleCnt="0"/>
      <dgm:spPr/>
    </dgm:pt>
    <dgm:pt modelId="{1D044EC4-6AAB-48E5-8C2C-B5EF737E7C17}" type="pres">
      <dgm:prSet presAssocID="{E8C4875A-EAEC-4023-A8AB-6C7E9C669B8F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461BD47D-BB60-48A4-A0C4-A7EB26F1A89A}" type="pres">
      <dgm:prSet presAssocID="{E8C4875A-EAEC-4023-A8AB-6C7E9C669B8F}" presName="hierChild2" presStyleCnt="0"/>
      <dgm:spPr/>
    </dgm:pt>
    <dgm:pt modelId="{F1DF69C1-F24A-4E39-A661-8D5E8FF81970}" type="pres">
      <dgm:prSet presAssocID="{9D6A73A8-C4BD-4CC5-B515-B822E3E75C99}" presName="Name19" presStyleLbl="parChTrans1D2" presStyleIdx="0" presStyleCnt="2"/>
      <dgm:spPr/>
      <dgm:t>
        <a:bodyPr/>
        <a:lstStyle/>
        <a:p>
          <a:endParaRPr lang="es-MX"/>
        </a:p>
      </dgm:t>
    </dgm:pt>
    <dgm:pt modelId="{1387CB43-E870-4BBA-8E0D-D424AB2BDC69}" type="pres">
      <dgm:prSet presAssocID="{94225A2A-EA9C-48A6-8B16-6B686B1EBBF5}" presName="Name21" presStyleCnt="0"/>
      <dgm:spPr/>
    </dgm:pt>
    <dgm:pt modelId="{DE32BB51-4496-4650-8C2C-568E0FB1E950}" type="pres">
      <dgm:prSet presAssocID="{94225A2A-EA9C-48A6-8B16-6B686B1EBBF5}" presName="level2Shape" presStyleLbl="node2" presStyleIdx="0" presStyleCnt="2"/>
      <dgm:spPr/>
      <dgm:t>
        <a:bodyPr/>
        <a:lstStyle/>
        <a:p>
          <a:endParaRPr lang="es-MX"/>
        </a:p>
      </dgm:t>
    </dgm:pt>
    <dgm:pt modelId="{017066D7-028E-4B69-8CCC-924337A6FF08}" type="pres">
      <dgm:prSet presAssocID="{94225A2A-EA9C-48A6-8B16-6B686B1EBBF5}" presName="hierChild3" presStyleCnt="0"/>
      <dgm:spPr/>
    </dgm:pt>
    <dgm:pt modelId="{4B68CDD4-4AF3-48B7-8CBB-D7BB229A1D2E}" type="pres">
      <dgm:prSet presAssocID="{BFC4C0B5-0F32-48F5-B565-5E1E12CC5C5A}" presName="Name19" presStyleLbl="parChTrans1D3" presStyleIdx="0" presStyleCnt="3"/>
      <dgm:spPr/>
      <dgm:t>
        <a:bodyPr/>
        <a:lstStyle/>
        <a:p>
          <a:endParaRPr lang="es-MX"/>
        </a:p>
      </dgm:t>
    </dgm:pt>
    <dgm:pt modelId="{4BFF1D04-6121-4F53-B72C-9ED4A61634C6}" type="pres">
      <dgm:prSet presAssocID="{1EB1C09B-8BB3-4F70-8119-633D44A5D759}" presName="Name21" presStyleCnt="0"/>
      <dgm:spPr/>
    </dgm:pt>
    <dgm:pt modelId="{A0366028-1593-41FD-80FD-857415904B83}" type="pres">
      <dgm:prSet presAssocID="{1EB1C09B-8BB3-4F70-8119-633D44A5D759}" presName="level2Shape" presStyleLbl="node3" presStyleIdx="0" presStyleCnt="3"/>
      <dgm:spPr/>
      <dgm:t>
        <a:bodyPr/>
        <a:lstStyle/>
        <a:p>
          <a:endParaRPr lang="es-MX"/>
        </a:p>
      </dgm:t>
    </dgm:pt>
    <dgm:pt modelId="{46693DCE-780C-4469-8F21-A37277AC6A71}" type="pres">
      <dgm:prSet presAssocID="{1EB1C09B-8BB3-4F70-8119-633D44A5D759}" presName="hierChild3" presStyleCnt="0"/>
      <dgm:spPr/>
    </dgm:pt>
    <dgm:pt modelId="{3A3737F5-EFCC-4E62-B1DA-C2BAB4465010}" type="pres">
      <dgm:prSet presAssocID="{10EA8E9F-54A2-4FC6-9A72-C5F1B2E8DCAA}" presName="Name19" presStyleLbl="parChTrans1D3" presStyleIdx="1" presStyleCnt="3"/>
      <dgm:spPr/>
      <dgm:t>
        <a:bodyPr/>
        <a:lstStyle/>
        <a:p>
          <a:endParaRPr lang="es-MX"/>
        </a:p>
      </dgm:t>
    </dgm:pt>
    <dgm:pt modelId="{9C8D0FE7-5CB6-466B-BC65-D39F31E2B668}" type="pres">
      <dgm:prSet presAssocID="{31ED8E98-D292-4A88-B14E-46BE8AEE7715}" presName="Name21" presStyleCnt="0"/>
      <dgm:spPr/>
    </dgm:pt>
    <dgm:pt modelId="{E87B744A-CC4F-47F5-9B11-120B9BCFCCA3}" type="pres">
      <dgm:prSet presAssocID="{31ED8E98-D292-4A88-B14E-46BE8AEE7715}" presName="level2Shape" presStyleLbl="node3" presStyleIdx="1" presStyleCnt="3"/>
      <dgm:spPr/>
      <dgm:t>
        <a:bodyPr/>
        <a:lstStyle/>
        <a:p>
          <a:endParaRPr lang="es-MX"/>
        </a:p>
      </dgm:t>
    </dgm:pt>
    <dgm:pt modelId="{46838A39-3630-47F0-ADDC-3CF2543BCADD}" type="pres">
      <dgm:prSet presAssocID="{31ED8E98-D292-4A88-B14E-46BE8AEE7715}" presName="hierChild3" presStyleCnt="0"/>
      <dgm:spPr/>
    </dgm:pt>
    <dgm:pt modelId="{42B4732E-22A7-46B6-B2DA-071E9FF96F84}" type="pres">
      <dgm:prSet presAssocID="{58A1B508-E75B-4C87-808C-A63D717FA936}" presName="Name19" presStyleLbl="parChTrans1D2" presStyleIdx="1" presStyleCnt="2"/>
      <dgm:spPr/>
      <dgm:t>
        <a:bodyPr/>
        <a:lstStyle/>
        <a:p>
          <a:endParaRPr lang="es-MX"/>
        </a:p>
      </dgm:t>
    </dgm:pt>
    <dgm:pt modelId="{AB7B9A9E-D7FB-4A50-AA74-96FE531DE889}" type="pres">
      <dgm:prSet presAssocID="{621A3174-04D5-4391-86B8-DA6FE090E84D}" presName="Name21" presStyleCnt="0"/>
      <dgm:spPr/>
    </dgm:pt>
    <dgm:pt modelId="{02D68F43-DED9-4869-B6EE-47C97CA9BC1E}" type="pres">
      <dgm:prSet presAssocID="{621A3174-04D5-4391-86B8-DA6FE090E84D}" presName="level2Shape" presStyleLbl="node2" presStyleIdx="1" presStyleCnt="2"/>
      <dgm:spPr/>
      <dgm:t>
        <a:bodyPr/>
        <a:lstStyle/>
        <a:p>
          <a:endParaRPr lang="es-MX"/>
        </a:p>
      </dgm:t>
    </dgm:pt>
    <dgm:pt modelId="{0653DEFD-9355-4CA4-9388-1A5D2DDCDCA8}" type="pres">
      <dgm:prSet presAssocID="{621A3174-04D5-4391-86B8-DA6FE090E84D}" presName="hierChild3" presStyleCnt="0"/>
      <dgm:spPr/>
    </dgm:pt>
    <dgm:pt modelId="{5E545879-18BB-4A8C-9F41-39EA6A745ECF}" type="pres">
      <dgm:prSet presAssocID="{1FCF37C5-93FD-47C7-8436-FC0131F1286A}" presName="Name19" presStyleLbl="parChTrans1D3" presStyleIdx="2" presStyleCnt="3"/>
      <dgm:spPr/>
      <dgm:t>
        <a:bodyPr/>
        <a:lstStyle/>
        <a:p>
          <a:endParaRPr lang="es-MX"/>
        </a:p>
      </dgm:t>
    </dgm:pt>
    <dgm:pt modelId="{A6B4C90F-C687-44C3-BE07-41B122EE87A2}" type="pres">
      <dgm:prSet presAssocID="{9640F62F-BE54-482D-BC75-A957D4FD6F16}" presName="Name21" presStyleCnt="0"/>
      <dgm:spPr/>
    </dgm:pt>
    <dgm:pt modelId="{B4DF7AA5-7F3F-46CE-A375-9C28A643C426}" type="pres">
      <dgm:prSet presAssocID="{9640F62F-BE54-482D-BC75-A957D4FD6F16}" presName="level2Shape" presStyleLbl="node3" presStyleIdx="2" presStyleCnt="3"/>
      <dgm:spPr/>
      <dgm:t>
        <a:bodyPr/>
        <a:lstStyle/>
        <a:p>
          <a:endParaRPr lang="es-MX"/>
        </a:p>
      </dgm:t>
    </dgm:pt>
    <dgm:pt modelId="{755FA2B8-EC90-468A-8EF6-8D329ADD2CA2}" type="pres">
      <dgm:prSet presAssocID="{9640F62F-BE54-482D-BC75-A957D4FD6F16}" presName="hierChild3" presStyleCnt="0"/>
      <dgm:spPr/>
    </dgm:pt>
    <dgm:pt modelId="{82D1F035-F07F-46C0-921F-3B018E4F1A8E}" type="pres">
      <dgm:prSet presAssocID="{13845638-7BCC-4FB2-AC0E-33997257836D}" presName="bgShapesFlow" presStyleCnt="0"/>
      <dgm:spPr/>
    </dgm:pt>
    <dgm:pt modelId="{09962ABB-9B9E-4D0D-9320-6B5ABB568557}" type="pres">
      <dgm:prSet presAssocID="{75518508-93AE-4BBA-B49D-F557519F2EFA}" presName="rectComp" presStyleCnt="0"/>
      <dgm:spPr/>
    </dgm:pt>
    <dgm:pt modelId="{58041A90-C8A2-4BCE-855A-57553B757173}" type="pres">
      <dgm:prSet presAssocID="{75518508-93AE-4BBA-B49D-F557519F2EFA}" presName="bgRect" presStyleLbl="bgShp" presStyleIdx="0" presStyleCnt="3"/>
      <dgm:spPr/>
      <dgm:t>
        <a:bodyPr/>
        <a:lstStyle/>
        <a:p>
          <a:endParaRPr lang="es-MX"/>
        </a:p>
      </dgm:t>
    </dgm:pt>
    <dgm:pt modelId="{88596518-5742-4389-85E2-D0C3633D2825}" type="pres">
      <dgm:prSet presAssocID="{75518508-93AE-4BBA-B49D-F557519F2EFA}" presName="bgRectTx" presStyleLbl="bgShp" presStyleIdx="0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CCCEB555-3D63-4465-93CF-66EC87C7A5FD}" type="pres">
      <dgm:prSet presAssocID="{75518508-93AE-4BBA-B49D-F557519F2EFA}" presName="spComp" presStyleCnt="0"/>
      <dgm:spPr/>
    </dgm:pt>
    <dgm:pt modelId="{68B99F9E-2F3F-4205-8025-2E577DCAA8B0}" type="pres">
      <dgm:prSet presAssocID="{75518508-93AE-4BBA-B49D-F557519F2EFA}" presName="vSp" presStyleCnt="0"/>
      <dgm:spPr/>
    </dgm:pt>
    <dgm:pt modelId="{C57FC3A0-BC8A-4B48-85F8-2B0B84B151F5}" type="pres">
      <dgm:prSet presAssocID="{DAB76F3F-3BCB-4DA2-8537-9DF667DC1D8F}" presName="rectComp" presStyleCnt="0"/>
      <dgm:spPr/>
    </dgm:pt>
    <dgm:pt modelId="{0A8625BB-3FEF-4391-A341-AC01871743EC}" type="pres">
      <dgm:prSet presAssocID="{DAB76F3F-3BCB-4DA2-8537-9DF667DC1D8F}" presName="bgRect" presStyleLbl="bgShp" presStyleIdx="1" presStyleCnt="3"/>
      <dgm:spPr/>
      <dgm:t>
        <a:bodyPr/>
        <a:lstStyle/>
        <a:p>
          <a:endParaRPr lang="es-MX"/>
        </a:p>
      </dgm:t>
    </dgm:pt>
    <dgm:pt modelId="{63CEFFF7-120C-48DF-A5C7-EE7717DE7B98}" type="pres">
      <dgm:prSet presAssocID="{DAB76F3F-3BCB-4DA2-8537-9DF667DC1D8F}" presName="bgRectTx" presStyleLbl="bgShp" presStyleIdx="1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F3CCE5A6-EF31-4A39-9BA4-E72600BEC046}" type="pres">
      <dgm:prSet presAssocID="{DAB76F3F-3BCB-4DA2-8537-9DF667DC1D8F}" presName="spComp" presStyleCnt="0"/>
      <dgm:spPr/>
    </dgm:pt>
    <dgm:pt modelId="{DF373CFA-25B2-4A9F-86EE-7504F608F486}" type="pres">
      <dgm:prSet presAssocID="{DAB76F3F-3BCB-4DA2-8537-9DF667DC1D8F}" presName="vSp" presStyleCnt="0"/>
      <dgm:spPr/>
    </dgm:pt>
    <dgm:pt modelId="{145739FC-DC46-4380-A6B3-49BB8CA5B02D}" type="pres">
      <dgm:prSet presAssocID="{608DA71B-24A0-4845-8EC3-67218F66DC5B}" presName="rectComp" presStyleCnt="0"/>
      <dgm:spPr/>
    </dgm:pt>
    <dgm:pt modelId="{75E8D94B-6050-45FC-91F8-8E6CDFF10391}" type="pres">
      <dgm:prSet presAssocID="{608DA71B-24A0-4845-8EC3-67218F66DC5B}" presName="bgRect" presStyleLbl="bgShp" presStyleIdx="2" presStyleCnt="3"/>
      <dgm:spPr/>
      <dgm:t>
        <a:bodyPr/>
        <a:lstStyle/>
        <a:p>
          <a:endParaRPr lang="es-MX"/>
        </a:p>
      </dgm:t>
    </dgm:pt>
    <dgm:pt modelId="{3D515B24-93CA-4BEE-B93F-E5E698783133}" type="pres">
      <dgm:prSet presAssocID="{608DA71B-24A0-4845-8EC3-67218F66DC5B}" presName="bgRectTx" presStyleLbl="bgShp" presStyleIdx="2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0C8D7AF1-4E08-4772-AD34-CEB59E865040}" srcId="{13845638-7BCC-4FB2-AC0E-33997257836D}" destId="{DAB76F3F-3BCB-4DA2-8537-9DF667DC1D8F}" srcOrd="2" destOrd="0" parTransId="{2323943E-F916-43BE-A97C-B104D8BEC16D}" sibTransId="{A2680886-AA76-4C6E-BFBC-81F7DC7F893C}"/>
    <dgm:cxn modelId="{6A769368-5632-4E77-A8BD-4A543DC26EA7}" srcId="{13845638-7BCC-4FB2-AC0E-33997257836D}" destId="{E8C4875A-EAEC-4023-A8AB-6C7E9C669B8F}" srcOrd="0" destOrd="0" parTransId="{8A170E6D-3998-41BE-8785-6DDCEBFD1C57}" sibTransId="{2004FABD-E902-40CA-8530-ACDB88D2B38C}"/>
    <dgm:cxn modelId="{844ED85A-8B67-42EA-A6DA-37703B55F5F4}" type="presOf" srcId="{608DA71B-24A0-4845-8EC3-67218F66DC5B}" destId="{75E8D94B-6050-45FC-91F8-8E6CDFF10391}" srcOrd="0" destOrd="0" presId="urn:microsoft.com/office/officeart/2005/8/layout/hierarchy6"/>
    <dgm:cxn modelId="{4FA60AC0-9846-40EF-B893-AC463A9E250E}" srcId="{E8C4875A-EAEC-4023-A8AB-6C7E9C669B8F}" destId="{621A3174-04D5-4391-86B8-DA6FE090E84D}" srcOrd="1" destOrd="0" parTransId="{58A1B508-E75B-4C87-808C-A63D717FA936}" sibTransId="{A2D96223-64AB-4638-AF53-3FEFEEB13A8F}"/>
    <dgm:cxn modelId="{7709D698-7E09-4675-B6F1-A12DADBA1A7D}" srcId="{13845638-7BCC-4FB2-AC0E-33997257836D}" destId="{608DA71B-24A0-4845-8EC3-67218F66DC5B}" srcOrd="3" destOrd="0" parTransId="{274643D1-F3B1-4965-BD27-B9DB967A0686}" sibTransId="{D07D75D5-9153-4B52-8A68-8E378098C53C}"/>
    <dgm:cxn modelId="{F9354D4C-8D84-4AA4-9145-36126C87E4D0}" type="presOf" srcId="{1EB1C09B-8BB3-4F70-8119-633D44A5D759}" destId="{A0366028-1593-41FD-80FD-857415904B83}" srcOrd="0" destOrd="0" presId="urn:microsoft.com/office/officeart/2005/8/layout/hierarchy6"/>
    <dgm:cxn modelId="{81C729C4-2961-44F2-9783-FD60B73C519F}" type="presOf" srcId="{94225A2A-EA9C-48A6-8B16-6B686B1EBBF5}" destId="{DE32BB51-4496-4650-8C2C-568E0FB1E950}" srcOrd="0" destOrd="0" presId="urn:microsoft.com/office/officeart/2005/8/layout/hierarchy6"/>
    <dgm:cxn modelId="{020A6D17-94CD-475A-9E11-703AF86FF982}" type="presOf" srcId="{608DA71B-24A0-4845-8EC3-67218F66DC5B}" destId="{3D515B24-93CA-4BEE-B93F-E5E698783133}" srcOrd="1" destOrd="0" presId="urn:microsoft.com/office/officeart/2005/8/layout/hierarchy6"/>
    <dgm:cxn modelId="{B37DDA8A-5710-4589-8A7F-E66FADD413B2}" type="presOf" srcId="{10EA8E9F-54A2-4FC6-9A72-C5F1B2E8DCAA}" destId="{3A3737F5-EFCC-4E62-B1DA-C2BAB4465010}" srcOrd="0" destOrd="0" presId="urn:microsoft.com/office/officeart/2005/8/layout/hierarchy6"/>
    <dgm:cxn modelId="{31075607-FDEE-42A9-8203-3F7943E4A14C}" type="presOf" srcId="{75518508-93AE-4BBA-B49D-F557519F2EFA}" destId="{88596518-5742-4389-85E2-D0C3633D2825}" srcOrd="1" destOrd="0" presId="urn:microsoft.com/office/officeart/2005/8/layout/hierarchy6"/>
    <dgm:cxn modelId="{0947C395-4BE1-4F5E-B482-402680D0F70D}" type="presOf" srcId="{DAB76F3F-3BCB-4DA2-8537-9DF667DC1D8F}" destId="{63CEFFF7-120C-48DF-A5C7-EE7717DE7B98}" srcOrd="1" destOrd="0" presId="urn:microsoft.com/office/officeart/2005/8/layout/hierarchy6"/>
    <dgm:cxn modelId="{3F435347-E864-404C-AA9E-707FAFA604C7}" srcId="{13845638-7BCC-4FB2-AC0E-33997257836D}" destId="{75518508-93AE-4BBA-B49D-F557519F2EFA}" srcOrd="1" destOrd="0" parTransId="{32815083-0D96-4E20-BCF3-0F1DD791E87A}" sibTransId="{DDA49EC9-B8F7-4A27-A631-77D377064A82}"/>
    <dgm:cxn modelId="{8F943CA0-53E9-432A-BE79-88942986D291}" srcId="{94225A2A-EA9C-48A6-8B16-6B686B1EBBF5}" destId="{31ED8E98-D292-4A88-B14E-46BE8AEE7715}" srcOrd="1" destOrd="0" parTransId="{10EA8E9F-54A2-4FC6-9A72-C5F1B2E8DCAA}" sibTransId="{4B69C7A7-292E-4E39-A157-933C17D0FBE3}"/>
    <dgm:cxn modelId="{0BC5BB96-94FE-4195-A118-B44D45F8B443}" type="presOf" srcId="{1FCF37C5-93FD-47C7-8436-FC0131F1286A}" destId="{5E545879-18BB-4A8C-9F41-39EA6A745ECF}" srcOrd="0" destOrd="0" presId="urn:microsoft.com/office/officeart/2005/8/layout/hierarchy6"/>
    <dgm:cxn modelId="{38FB8C26-D05F-4A24-8B46-02D841C588FE}" type="presOf" srcId="{9640F62F-BE54-482D-BC75-A957D4FD6F16}" destId="{B4DF7AA5-7F3F-46CE-A375-9C28A643C426}" srcOrd="0" destOrd="0" presId="urn:microsoft.com/office/officeart/2005/8/layout/hierarchy6"/>
    <dgm:cxn modelId="{ADAFB443-9FF3-4363-8AD2-CC359E40C1FE}" srcId="{621A3174-04D5-4391-86B8-DA6FE090E84D}" destId="{9640F62F-BE54-482D-BC75-A957D4FD6F16}" srcOrd="0" destOrd="0" parTransId="{1FCF37C5-93FD-47C7-8436-FC0131F1286A}" sibTransId="{CB1205C1-EB64-46C9-8F38-3BF95CACA97D}"/>
    <dgm:cxn modelId="{32E96FC5-E3C5-4458-8333-CD470BA65213}" type="presOf" srcId="{E8C4875A-EAEC-4023-A8AB-6C7E9C669B8F}" destId="{1D044EC4-6AAB-48E5-8C2C-B5EF737E7C17}" srcOrd="0" destOrd="0" presId="urn:microsoft.com/office/officeart/2005/8/layout/hierarchy6"/>
    <dgm:cxn modelId="{E549D5FE-FE41-4970-A52F-D140C1C5622F}" srcId="{94225A2A-EA9C-48A6-8B16-6B686B1EBBF5}" destId="{1EB1C09B-8BB3-4F70-8119-633D44A5D759}" srcOrd="0" destOrd="0" parTransId="{BFC4C0B5-0F32-48F5-B565-5E1E12CC5C5A}" sibTransId="{7CE3D662-F9F3-4902-9FC3-B2AFEE64BC37}"/>
    <dgm:cxn modelId="{5124FD3A-CA62-46A8-BF5D-22E3461C3FED}" type="presOf" srcId="{31ED8E98-D292-4A88-B14E-46BE8AEE7715}" destId="{E87B744A-CC4F-47F5-9B11-120B9BCFCCA3}" srcOrd="0" destOrd="0" presId="urn:microsoft.com/office/officeart/2005/8/layout/hierarchy6"/>
    <dgm:cxn modelId="{DD768C66-F98A-4882-8D52-25B343BB546E}" type="presOf" srcId="{BFC4C0B5-0F32-48F5-B565-5E1E12CC5C5A}" destId="{4B68CDD4-4AF3-48B7-8CBB-D7BB229A1D2E}" srcOrd="0" destOrd="0" presId="urn:microsoft.com/office/officeart/2005/8/layout/hierarchy6"/>
    <dgm:cxn modelId="{BCFBC0EC-1EE2-4127-8BC4-80CB68BEEFDA}" type="presOf" srcId="{DAB76F3F-3BCB-4DA2-8537-9DF667DC1D8F}" destId="{0A8625BB-3FEF-4391-A341-AC01871743EC}" srcOrd="0" destOrd="0" presId="urn:microsoft.com/office/officeart/2005/8/layout/hierarchy6"/>
    <dgm:cxn modelId="{F32632F2-7327-45E2-8A15-C73B7E558B55}" srcId="{E8C4875A-EAEC-4023-A8AB-6C7E9C669B8F}" destId="{94225A2A-EA9C-48A6-8B16-6B686B1EBBF5}" srcOrd="0" destOrd="0" parTransId="{9D6A73A8-C4BD-4CC5-B515-B822E3E75C99}" sibTransId="{09F7C783-C164-452A-996E-05B3D2EEDF10}"/>
    <dgm:cxn modelId="{C6C951B3-3BE5-4CCE-B17F-E4B459A19DCD}" type="presOf" srcId="{58A1B508-E75B-4C87-808C-A63D717FA936}" destId="{42B4732E-22A7-46B6-B2DA-071E9FF96F84}" srcOrd="0" destOrd="0" presId="urn:microsoft.com/office/officeart/2005/8/layout/hierarchy6"/>
    <dgm:cxn modelId="{5C32BE6A-E846-4211-8F92-AC0354B298E1}" type="presOf" srcId="{9D6A73A8-C4BD-4CC5-B515-B822E3E75C99}" destId="{F1DF69C1-F24A-4E39-A661-8D5E8FF81970}" srcOrd="0" destOrd="0" presId="urn:microsoft.com/office/officeart/2005/8/layout/hierarchy6"/>
    <dgm:cxn modelId="{F83F9AA4-2ADF-4E40-A641-BA20D52F1AF6}" type="presOf" srcId="{13845638-7BCC-4FB2-AC0E-33997257836D}" destId="{97E8189D-2184-4040-8870-E6D0BF09E3A4}" srcOrd="0" destOrd="0" presId="urn:microsoft.com/office/officeart/2005/8/layout/hierarchy6"/>
    <dgm:cxn modelId="{031C8CF4-C1DA-4DA2-AA50-312A1B20B3E8}" type="presOf" srcId="{621A3174-04D5-4391-86B8-DA6FE090E84D}" destId="{02D68F43-DED9-4869-B6EE-47C97CA9BC1E}" srcOrd="0" destOrd="0" presId="urn:microsoft.com/office/officeart/2005/8/layout/hierarchy6"/>
    <dgm:cxn modelId="{7FC2FB01-3DBD-4BE9-9F59-EBD8409380BB}" type="presOf" srcId="{75518508-93AE-4BBA-B49D-F557519F2EFA}" destId="{58041A90-C8A2-4BCE-855A-57553B757173}" srcOrd="0" destOrd="0" presId="urn:microsoft.com/office/officeart/2005/8/layout/hierarchy6"/>
    <dgm:cxn modelId="{53E68785-C4BC-455A-9611-007DBE86A6B5}" type="presParOf" srcId="{97E8189D-2184-4040-8870-E6D0BF09E3A4}" destId="{AD53A625-7E4D-4652-BCE1-0EAB3A1404D1}" srcOrd="0" destOrd="0" presId="urn:microsoft.com/office/officeart/2005/8/layout/hierarchy6"/>
    <dgm:cxn modelId="{421F675F-B574-440E-8CB4-4F10114C742C}" type="presParOf" srcId="{AD53A625-7E4D-4652-BCE1-0EAB3A1404D1}" destId="{C343D313-1E08-4C05-B155-AFAD417C6811}" srcOrd="0" destOrd="0" presId="urn:microsoft.com/office/officeart/2005/8/layout/hierarchy6"/>
    <dgm:cxn modelId="{07B83B36-F6BD-445B-82DB-93AFE35BAE80}" type="presParOf" srcId="{AD53A625-7E4D-4652-BCE1-0EAB3A1404D1}" destId="{F69719FE-1AEC-4553-B3A8-CEB74F963DB9}" srcOrd="1" destOrd="0" presId="urn:microsoft.com/office/officeart/2005/8/layout/hierarchy6"/>
    <dgm:cxn modelId="{7BB0F32A-6EC2-42BD-BD97-6AC0C072AC08}" type="presParOf" srcId="{F69719FE-1AEC-4553-B3A8-CEB74F963DB9}" destId="{1B21213C-A502-4653-9063-19094570578C}" srcOrd="0" destOrd="0" presId="urn:microsoft.com/office/officeart/2005/8/layout/hierarchy6"/>
    <dgm:cxn modelId="{D2DFACC7-70FA-4068-90E4-852489928574}" type="presParOf" srcId="{1B21213C-A502-4653-9063-19094570578C}" destId="{1D044EC4-6AAB-48E5-8C2C-B5EF737E7C17}" srcOrd="0" destOrd="0" presId="urn:microsoft.com/office/officeart/2005/8/layout/hierarchy6"/>
    <dgm:cxn modelId="{76A37AF7-B378-4BFE-9600-DD054952E61E}" type="presParOf" srcId="{1B21213C-A502-4653-9063-19094570578C}" destId="{461BD47D-BB60-48A4-A0C4-A7EB26F1A89A}" srcOrd="1" destOrd="0" presId="urn:microsoft.com/office/officeart/2005/8/layout/hierarchy6"/>
    <dgm:cxn modelId="{91013458-2657-48B2-BE99-5ED9C48EBA60}" type="presParOf" srcId="{461BD47D-BB60-48A4-A0C4-A7EB26F1A89A}" destId="{F1DF69C1-F24A-4E39-A661-8D5E8FF81970}" srcOrd="0" destOrd="0" presId="urn:microsoft.com/office/officeart/2005/8/layout/hierarchy6"/>
    <dgm:cxn modelId="{58968316-BB6D-42D7-A1C3-926B8E143F45}" type="presParOf" srcId="{461BD47D-BB60-48A4-A0C4-A7EB26F1A89A}" destId="{1387CB43-E870-4BBA-8E0D-D424AB2BDC69}" srcOrd="1" destOrd="0" presId="urn:microsoft.com/office/officeart/2005/8/layout/hierarchy6"/>
    <dgm:cxn modelId="{5D4EF587-0D2E-4F74-B8AB-67EC1CA8FCF8}" type="presParOf" srcId="{1387CB43-E870-4BBA-8E0D-D424AB2BDC69}" destId="{DE32BB51-4496-4650-8C2C-568E0FB1E950}" srcOrd="0" destOrd="0" presId="urn:microsoft.com/office/officeart/2005/8/layout/hierarchy6"/>
    <dgm:cxn modelId="{2F2A9625-9FDF-4580-8061-AC4FF46EB651}" type="presParOf" srcId="{1387CB43-E870-4BBA-8E0D-D424AB2BDC69}" destId="{017066D7-028E-4B69-8CCC-924337A6FF08}" srcOrd="1" destOrd="0" presId="urn:microsoft.com/office/officeart/2005/8/layout/hierarchy6"/>
    <dgm:cxn modelId="{9CC5C52B-308E-4CB0-AE4D-4AE8B5B8C6B8}" type="presParOf" srcId="{017066D7-028E-4B69-8CCC-924337A6FF08}" destId="{4B68CDD4-4AF3-48B7-8CBB-D7BB229A1D2E}" srcOrd="0" destOrd="0" presId="urn:microsoft.com/office/officeart/2005/8/layout/hierarchy6"/>
    <dgm:cxn modelId="{FE090C89-501D-4B9F-8469-9057EEDD91E5}" type="presParOf" srcId="{017066D7-028E-4B69-8CCC-924337A6FF08}" destId="{4BFF1D04-6121-4F53-B72C-9ED4A61634C6}" srcOrd="1" destOrd="0" presId="urn:microsoft.com/office/officeart/2005/8/layout/hierarchy6"/>
    <dgm:cxn modelId="{5E7A5448-8A38-4E75-B2E1-D19067A9F5C7}" type="presParOf" srcId="{4BFF1D04-6121-4F53-B72C-9ED4A61634C6}" destId="{A0366028-1593-41FD-80FD-857415904B83}" srcOrd="0" destOrd="0" presId="urn:microsoft.com/office/officeart/2005/8/layout/hierarchy6"/>
    <dgm:cxn modelId="{435DCCB5-8A40-4A71-B3BD-8707D7AE81B8}" type="presParOf" srcId="{4BFF1D04-6121-4F53-B72C-9ED4A61634C6}" destId="{46693DCE-780C-4469-8F21-A37277AC6A71}" srcOrd="1" destOrd="0" presId="urn:microsoft.com/office/officeart/2005/8/layout/hierarchy6"/>
    <dgm:cxn modelId="{B2B3BEB8-F113-4CBE-99A1-B2E4320CC98D}" type="presParOf" srcId="{017066D7-028E-4B69-8CCC-924337A6FF08}" destId="{3A3737F5-EFCC-4E62-B1DA-C2BAB4465010}" srcOrd="2" destOrd="0" presId="urn:microsoft.com/office/officeart/2005/8/layout/hierarchy6"/>
    <dgm:cxn modelId="{3370F0D7-A676-407C-B0AE-9C9F82A708D2}" type="presParOf" srcId="{017066D7-028E-4B69-8CCC-924337A6FF08}" destId="{9C8D0FE7-5CB6-466B-BC65-D39F31E2B668}" srcOrd="3" destOrd="0" presId="urn:microsoft.com/office/officeart/2005/8/layout/hierarchy6"/>
    <dgm:cxn modelId="{05295DDA-D3FF-44CC-BFEE-E7C87EDD715C}" type="presParOf" srcId="{9C8D0FE7-5CB6-466B-BC65-D39F31E2B668}" destId="{E87B744A-CC4F-47F5-9B11-120B9BCFCCA3}" srcOrd="0" destOrd="0" presId="urn:microsoft.com/office/officeart/2005/8/layout/hierarchy6"/>
    <dgm:cxn modelId="{A38A772B-A74A-4843-9D83-5BA25048D091}" type="presParOf" srcId="{9C8D0FE7-5CB6-466B-BC65-D39F31E2B668}" destId="{46838A39-3630-47F0-ADDC-3CF2543BCADD}" srcOrd="1" destOrd="0" presId="urn:microsoft.com/office/officeart/2005/8/layout/hierarchy6"/>
    <dgm:cxn modelId="{09B2F30A-5502-41D7-A11B-80A4FF27A85D}" type="presParOf" srcId="{461BD47D-BB60-48A4-A0C4-A7EB26F1A89A}" destId="{42B4732E-22A7-46B6-B2DA-071E9FF96F84}" srcOrd="2" destOrd="0" presId="urn:microsoft.com/office/officeart/2005/8/layout/hierarchy6"/>
    <dgm:cxn modelId="{D3CD321F-E86F-415A-9A28-01E943092467}" type="presParOf" srcId="{461BD47D-BB60-48A4-A0C4-A7EB26F1A89A}" destId="{AB7B9A9E-D7FB-4A50-AA74-96FE531DE889}" srcOrd="3" destOrd="0" presId="urn:microsoft.com/office/officeart/2005/8/layout/hierarchy6"/>
    <dgm:cxn modelId="{09778807-0B83-4DA3-8365-0C1A5996FB70}" type="presParOf" srcId="{AB7B9A9E-D7FB-4A50-AA74-96FE531DE889}" destId="{02D68F43-DED9-4869-B6EE-47C97CA9BC1E}" srcOrd="0" destOrd="0" presId="urn:microsoft.com/office/officeart/2005/8/layout/hierarchy6"/>
    <dgm:cxn modelId="{CC8AA017-237F-4261-956C-51F78E544002}" type="presParOf" srcId="{AB7B9A9E-D7FB-4A50-AA74-96FE531DE889}" destId="{0653DEFD-9355-4CA4-9388-1A5D2DDCDCA8}" srcOrd="1" destOrd="0" presId="urn:microsoft.com/office/officeart/2005/8/layout/hierarchy6"/>
    <dgm:cxn modelId="{A56BDF8F-FDD4-4A8D-BF89-140A2834181F}" type="presParOf" srcId="{0653DEFD-9355-4CA4-9388-1A5D2DDCDCA8}" destId="{5E545879-18BB-4A8C-9F41-39EA6A745ECF}" srcOrd="0" destOrd="0" presId="urn:microsoft.com/office/officeart/2005/8/layout/hierarchy6"/>
    <dgm:cxn modelId="{B41891C3-8B97-47FF-90E2-576E44150F95}" type="presParOf" srcId="{0653DEFD-9355-4CA4-9388-1A5D2DDCDCA8}" destId="{A6B4C90F-C687-44C3-BE07-41B122EE87A2}" srcOrd="1" destOrd="0" presId="urn:microsoft.com/office/officeart/2005/8/layout/hierarchy6"/>
    <dgm:cxn modelId="{840B3D1A-B3D9-44F3-956C-47913498947D}" type="presParOf" srcId="{A6B4C90F-C687-44C3-BE07-41B122EE87A2}" destId="{B4DF7AA5-7F3F-46CE-A375-9C28A643C426}" srcOrd="0" destOrd="0" presId="urn:microsoft.com/office/officeart/2005/8/layout/hierarchy6"/>
    <dgm:cxn modelId="{B0C8B2E2-7C64-41AA-BF5F-75045A18627E}" type="presParOf" srcId="{A6B4C90F-C687-44C3-BE07-41B122EE87A2}" destId="{755FA2B8-EC90-468A-8EF6-8D329ADD2CA2}" srcOrd="1" destOrd="0" presId="urn:microsoft.com/office/officeart/2005/8/layout/hierarchy6"/>
    <dgm:cxn modelId="{36B54D73-90A8-459E-955E-E41BFEAD2606}" type="presParOf" srcId="{97E8189D-2184-4040-8870-E6D0BF09E3A4}" destId="{82D1F035-F07F-46C0-921F-3B018E4F1A8E}" srcOrd="1" destOrd="0" presId="urn:microsoft.com/office/officeart/2005/8/layout/hierarchy6"/>
    <dgm:cxn modelId="{F5B6B820-965D-46EA-86D9-354176F906EA}" type="presParOf" srcId="{82D1F035-F07F-46C0-921F-3B018E4F1A8E}" destId="{09962ABB-9B9E-4D0D-9320-6B5ABB568557}" srcOrd="0" destOrd="0" presId="urn:microsoft.com/office/officeart/2005/8/layout/hierarchy6"/>
    <dgm:cxn modelId="{77A786E3-35CD-46CE-86C5-2DF0DE91A789}" type="presParOf" srcId="{09962ABB-9B9E-4D0D-9320-6B5ABB568557}" destId="{58041A90-C8A2-4BCE-855A-57553B757173}" srcOrd="0" destOrd="0" presId="urn:microsoft.com/office/officeart/2005/8/layout/hierarchy6"/>
    <dgm:cxn modelId="{0A7E3B99-7C23-4194-B47D-A741D5E3F6D9}" type="presParOf" srcId="{09962ABB-9B9E-4D0D-9320-6B5ABB568557}" destId="{88596518-5742-4389-85E2-D0C3633D2825}" srcOrd="1" destOrd="0" presId="urn:microsoft.com/office/officeart/2005/8/layout/hierarchy6"/>
    <dgm:cxn modelId="{AAC767B7-7C21-46D2-AB15-B6C18CF65B10}" type="presParOf" srcId="{82D1F035-F07F-46C0-921F-3B018E4F1A8E}" destId="{CCCEB555-3D63-4465-93CF-66EC87C7A5FD}" srcOrd="1" destOrd="0" presId="urn:microsoft.com/office/officeart/2005/8/layout/hierarchy6"/>
    <dgm:cxn modelId="{51FCC005-2206-487D-9454-DEAFFF790FA8}" type="presParOf" srcId="{CCCEB555-3D63-4465-93CF-66EC87C7A5FD}" destId="{68B99F9E-2F3F-4205-8025-2E577DCAA8B0}" srcOrd="0" destOrd="0" presId="urn:microsoft.com/office/officeart/2005/8/layout/hierarchy6"/>
    <dgm:cxn modelId="{CB28C8AC-BE4A-4B88-A3E3-517BB03BA870}" type="presParOf" srcId="{82D1F035-F07F-46C0-921F-3B018E4F1A8E}" destId="{C57FC3A0-BC8A-4B48-85F8-2B0B84B151F5}" srcOrd="2" destOrd="0" presId="urn:microsoft.com/office/officeart/2005/8/layout/hierarchy6"/>
    <dgm:cxn modelId="{588012AA-196C-4E11-9066-AF7C50116B94}" type="presParOf" srcId="{C57FC3A0-BC8A-4B48-85F8-2B0B84B151F5}" destId="{0A8625BB-3FEF-4391-A341-AC01871743EC}" srcOrd="0" destOrd="0" presId="urn:microsoft.com/office/officeart/2005/8/layout/hierarchy6"/>
    <dgm:cxn modelId="{C31A6291-82AE-4E78-94B7-DAEE6E04F49E}" type="presParOf" srcId="{C57FC3A0-BC8A-4B48-85F8-2B0B84B151F5}" destId="{63CEFFF7-120C-48DF-A5C7-EE7717DE7B98}" srcOrd="1" destOrd="0" presId="urn:microsoft.com/office/officeart/2005/8/layout/hierarchy6"/>
    <dgm:cxn modelId="{3D8337F6-0857-416F-8D02-28F6E6F60CB7}" type="presParOf" srcId="{82D1F035-F07F-46C0-921F-3B018E4F1A8E}" destId="{F3CCE5A6-EF31-4A39-9BA4-E72600BEC046}" srcOrd="3" destOrd="0" presId="urn:microsoft.com/office/officeart/2005/8/layout/hierarchy6"/>
    <dgm:cxn modelId="{2CD4E72D-0762-4B4A-BAB0-42B76B9388EA}" type="presParOf" srcId="{F3CCE5A6-EF31-4A39-9BA4-E72600BEC046}" destId="{DF373CFA-25B2-4A9F-86EE-7504F608F486}" srcOrd="0" destOrd="0" presId="urn:microsoft.com/office/officeart/2005/8/layout/hierarchy6"/>
    <dgm:cxn modelId="{1ED208C3-F746-4CF8-9AB3-218FEA857B1E}" type="presParOf" srcId="{82D1F035-F07F-46C0-921F-3B018E4F1A8E}" destId="{145739FC-DC46-4380-A6B3-49BB8CA5B02D}" srcOrd="4" destOrd="0" presId="urn:microsoft.com/office/officeart/2005/8/layout/hierarchy6"/>
    <dgm:cxn modelId="{419FB3F4-B6E7-442A-A848-D770F69E9231}" type="presParOf" srcId="{145739FC-DC46-4380-A6B3-49BB8CA5B02D}" destId="{75E8D94B-6050-45FC-91F8-8E6CDFF10391}" srcOrd="0" destOrd="0" presId="urn:microsoft.com/office/officeart/2005/8/layout/hierarchy6"/>
    <dgm:cxn modelId="{38431E69-F783-407D-8D38-EB9041B96DDF}" type="presParOf" srcId="{145739FC-DC46-4380-A6B3-49BB8CA5B02D}" destId="{3D515B24-93CA-4BEE-B93F-E5E698783133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4E33AC-5EAE-45F8-9AD9-7551DD1B755D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MX"/>
        </a:p>
      </dgm:t>
    </dgm:pt>
    <dgm:pt modelId="{37DFAF73-FDB1-48D1-8FD4-6EABE9FEF73B}">
      <dgm:prSet phldrT="[Texto]"/>
      <dgm:spPr/>
      <dgm:t>
        <a:bodyPr/>
        <a:lstStyle/>
        <a:p>
          <a:r>
            <a:rPr lang="es-MX" dirty="0" smtClean="0"/>
            <a:t>Preparación</a:t>
          </a:r>
          <a:endParaRPr lang="es-MX" dirty="0"/>
        </a:p>
      </dgm:t>
    </dgm:pt>
    <dgm:pt modelId="{5088BEA6-13FE-4DC0-89BC-D8E8135670CB}" type="parTrans" cxnId="{A004BFC7-CF67-42A5-9A60-FDD4ACB3A492}">
      <dgm:prSet/>
      <dgm:spPr/>
      <dgm:t>
        <a:bodyPr/>
        <a:lstStyle/>
        <a:p>
          <a:endParaRPr lang="es-MX"/>
        </a:p>
      </dgm:t>
    </dgm:pt>
    <dgm:pt modelId="{D19D8F7B-B0A9-4E1D-A4BC-7ED6E588AADB}" type="sibTrans" cxnId="{A004BFC7-CF67-42A5-9A60-FDD4ACB3A492}">
      <dgm:prSet/>
      <dgm:spPr/>
      <dgm:t>
        <a:bodyPr/>
        <a:lstStyle/>
        <a:p>
          <a:endParaRPr lang="es-MX"/>
        </a:p>
      </dgm:t>
    </dgm:pt>
    <dgm:pt modelId="{F79B3098-9686-4CCF-A774-2BFB796B3465}">
      <dgm:prSet phldrT="[Texto]"/>
      <dgm:spPr/>
      <dgm:t>
        <a:bodyPr/>
        <a:lstStyle/>
        <a:p>
          <a:r>
            <a:rPr lang="es-MX" dirty="0" smtClean="0"/>
            <a:t>*Autenticación</a:t>
          </a:r>
          <a:endParaRPr lang="es-MX" dirty="0"/>
        </a:p>
      </dgm:t>
    </dgm:pt>
    <dgm:pt modelId="{78F889F8-0919-4F72-BE8D-B0ACB615651A}" type="parTrans" cxnId="{F19B8E74-5FBD-49FB-8DD1-7BEB66F0E873}">
      <dgm:prSet/>
      <dgm:spPr/>
      <dgm:t>
        <a:bodyPr/>
        <a:lstStyle/>
        <a:p>
          <a:endParaRPr lang="es-MX"/>
        </a:p>
      </dgm:t>
    </dgm:pt>
    <dgm:pt modelId="{3B8B9277-43F7-4F72-9185-9B3738D6AA9A}" type="sibTrans" cxnId="{F19B8E74-5FBD-49FB-8DD1-7BEB66F0E873}">
      <dgm:prSet/>
      <dgm:spPr/>
      <dgm:t>
        <a:bodyPr/>
        <a:lstStyle/>
        <a:p>
          <a:endParaRPr lang="es-MX"/>
        </a:p>
      </dgm:t>
    </dgm:pt>
    <dgm:pt modelId="{68192C8D-FDF3-4C0D-9AC7-B54B1DAB51F1}">
      <dgm:prSet phldrT="[Texto]"/>
      <dgm:spPr/>
      <dgm:t>
        <a:bodyPr/>
        <a:lstStyle/>
        <a:p>
          <a:r>
            <a:rPr lang="es-MX" dirty="0" smtClean="0"/>
            <a:t>Envío y Registro</a:t>
          </a:r>
          <a:endParaRPr lang="es-MX" dirty="0"/>
        </a:p>
      </dgm:t>
    </dgm:pt>
    <dgm:pt modelId="{7D8BEADF-59C6-46ED-96CE-19B0B7C11557}" type="parTrans" cxnId="{816013FE-FEF5-4B90-BC83-231687F23A2F}">
      <dgm:prSet/>
      <dgm:spPr/>
      <dgm:t>
        <a:bodyPr/>
        <a:lstStyle/>
        <a:p>
          <a:endParaRPr lang="es-MX"/>
        </a:p>
      </dgm:t>
    </dgm:pt>
    <dgm:pt modelId="{47E20C96-4A8A-4460-8911-1D0C38EFC2B9}" type="sibTrans" cxnId="{816013FE-FEF5-4B90-BC83-231687F23A2F}">
      <dgm:prSet/>
      <dgm:spPr/>
      <dgm:t>
        <a:bodyPr/>
        <a:lstStyle/>
        <a:p>
          <a:endParaRPr lang="es-MX"/>
        </a:p>
      </dgm:t>
    </dgm:pt>
    <dgm:pt modelId="{E88ECF2C-C727-4889-A27C-1B3D8B17E0CE}" type="pres">
      <dgm:prSet presAssocID="{C94E33AC-5EAE-45F8-9AD9-7551DD1B755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es-MX"/>
        </a:p>
      </dgm:t>
    </dgm:pt>
    <dgm:pt modelId="{FE4603DE-7127-407B-8077-856FE8290ED4}" type="pres">
      <dgm:prSet presAssocID="{37DFAF73-FDB1-48D1-8FD4-6EABE9FEF73B}" presName="Accent1" presStyleCnt="0"/>
      <dgm:spPr/>
    </dgm:pt>
    <dgm:pt modelId="{FC82B403-512F-4B88-A16C-44B0E7A9BB79}" type="pres">
      <dgm:prSet presAssocID="{37DFAF73-FDB1-48D1-8FD4-6EABE9FEF73B}" presName="Accent" presStyleLbl="node1" presStyleIdx="0" presStyleCnt="3"/>
      <dgm:spPr/>
    </dgm:pt>
    <dgm:pt modelId="{DB982F67-40D3-42F0-9490-6413FD3B1DE4}" type="pres">
      <dgm:prSet presAssocID="{37DFAF73-FDB1-48D1-8FD4-6EABE9FEF73B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C40D299E-728A-4806-9482-A3A130B16F56}" type="pres">
      <dgm:prSet presAssocID="{68192C8D-FDF3-4C0D-9AC7-B54B1DAB51F1}" presName="Accent2" presStyleCnt="0"/>
      <dgm:spPr/>
    </dgm:pt>
    <dgm:pt modelId="{1D2B1E24-768B-4A63-BB34-61ED4C1AADFA}" type="pres">
      <dgm:prSet presAssocID="{68192C8D-FDF3-4C0D-9AC7-B54B1DAB51F1}" presName="Accent" presStyleLbl="node1" presStyleIdx="1" presStyleCnt="3"/>
      <dgm:spPr/>
    </dgm:pt>
    <dgm:pt modelId="{6B9D9D05-1D5C-4E14-B1E7-5ECAFBBB4CB1}" type="pres">
      <dgm:prSet presAssocID="{68192C8D-FDF3-4C0D-9AC7-B54B1DAB51F1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8D383EFA-B54A-4629-989E-FD877E24638F}" type="pres">
      <dgm:prSet presAssocID="{F79B3098-9686-4CCF-A774-2BFB796B3465}" presName="Accent3" presStyleCnt="0"/>
      <dgm:spPr/>
    </dgm:pt>
    <dgm:pt modelId="{2A3BC198-76D8-48E7-A4B6-FBF8157E78A7}" type="pres">
      <dgm:prSet presAssocID="{F79B3098-9686-4CCF-A774-2BFB796B3465}" presName="Accent" presStyleLbl="node1" presStyleIdx="2" presStyleCnt="3"/>
      <dgm:spPr/>
    </dgm:pt>
    <dgm:pt modelId="{C1BC48A6-D14F-4608-9C7D-310159BE8937}" type="pres">
      <dgm:prSet presAssocID="{F79B3098-9686-4CCF-A774-2BFB796B3465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E3C578EE-61B9-483C-AE46-2A2400768EE2}" type="presOf" srcId="{68192C8D-FDF3-4C0D-9AC7-B54B1DAB51F1}" destId="{6B9D9D05-1D5C-4E14-B1E7-5ECAFBBB4CB1}" srcOrd="0" destOrd="0" presId="urn:microsoft.com/office/officeart/2009/layout/CircleArrowProcess"/>
    <dgm:cxn modelId="{49B21AEF-56B0-4EA1-8E24-8D6438D7A6BD}" type="presOf" srcId="{37DFAF73-FDB1-48D1-8FD4-6EABE9FEF73B}" destId="{DB982F67-40D3-42F0-9490-6413FD3B1DE4}" srcOrd="0" destOrd="0" presId="urn:microsoft.com/office/officeart/2009/layout/CircleArrowProcess"/>
    <dgm:cxn modelId="{A004BFC7-CF67-42A5-9A60-FDD4ACB3A492}" srcId="{C94E33AC-5EAE-45F8-9AD9-7551DD1B755D}" destId="{37DFAF73-FDB1-48D1-8FD4-6EABE9FEF73B}" srcOrd="0" destOrd="0" parTransId="{5088BEA6-13FE-4DC0-89BC-D8E8135670CB}" sibTransId="{D19D8F7B-B0A9-4E1D-A4BC-7ED6E588AADB}"/>
    <dgm:cxn modelId="{F19B8E74-5FBD-49FB-8DD1-7BEB66F0E873}" srcId="{C94E33AC-5EAE-45F8-9AD9-7551DD1B755D}" destId="{F79B3098-9686-4CCF-A774-2BFB796B3465}" srcOrd="2" destOrd="0" parTransId="{78F889F8-0919-4F72-BE8D-B0ACB615651A}" sibTransId="{3B8B9277-43F7-4F72-9185-9B3738D6AA9A}"/>
    <dgm:cxn modelId="{B0F69672-1CF4-4095-B218-FEDAC17378BA}" type="presOf" srcId="{C94E33AC-5EAE-45F8-9AD9-7551DD1B755D}" destId="{E88ECF2C-C727-4889-A27C-1B3D8B17E0CE}" srcOrd="0" destOrd="0" presId="urn:microsoft.com/office/officeart/2009/layout/CircleArrowProcess"/>
    <dgm:cxn modelId="{468D89DE-1DC6-45A1-B3B9-5A692F132547}" type="presOf" srcId="{F79B3098-9686-4CCF-A774-2BFB796B3465}" destId="{C1BC48A6-D14F-4608-9C7D-310159BE8937}" srcOrd="0" destOrd="0" presId="urn:microsoft.com/office/officeart/2009/layout/CircleArrowProcess"/>
    <dgm:cxn modelId="{816013FE-FEF5-4B90-BC83-231687F23A2F}" srcId="{C94E33AC-5EAE-45F8-9AD9-7551DD1B755D}" destId="{68192C8D-FDF3-4C0D-9AC7-B54B1DAB51F1}" srcOrd="1" destOrd="0" parTransId="{7D8BEADF-59C6-46ED-96CE-19B0B7C11557}" sibTransId="{47E20C96-4A8A-4460-8911-1D0C38EFC2B9}"/>
    <dgm:cxn modelId="{2D13D659-0596-4EC3-8BBD-DDD48EECF708}" type="presParOf" srcId="{E88ECF2C-C727-4889-A27C-1B3D8B17E0CE}" destId="{FE4603DE-7127-407B-8077-856FE8290ED4}" srcOrd="0" destOrd="0" presId="urn:microsoft.com/office/officeart/2009/layout/CircleArrowProcess"/>
    <dgm:cxn modelId="{2B5F0F66-C9B4-464A-BB47-D52622DF9CE0}" type="presParOf" srcId="{FE4603DE-7127-407B-8077-856FE8290ED4}" destId="{FC82B403-512F-4B88-A16C-44B0E7A9BB79}" srcOrd="0" destOrd="0" presId="urn:microsoft.com/office/officeart/2009/layout/CircleArrowProcess"/>
    <dgm:cxn modelId="{53CE58CD-7449-4437-AB0D-1BE4D1964D11}" type="presParOf" srcId="{E88ECF2C-C727-4889-A27C-1B3D8B17E0CE}" destId="{DB982F67-40D3-42F0-9490-6413FD3B1DE4}" srcOrd="1" destOrd="0" presId="urn:microsoft.com/office/officeart/2009/layout/CircleArrowProcess"/>
    <dgm:cxn modelId="{673D9A4A-E813-409E-BDB6-338627D8519F}" type="presParOf" srcId="{E88ECF2C-C727-4889-A27C-1B3D8B17E0CE}" destId="{C40D299E-728A-4806-9482-A3A130B16F56}" srcOrd="2" destOrd="0" presId="urn:microsoft.com/office/officeart/2009/layout/CircleArrowProcess"/>
    <dgm:cxn modelId="{72187E2F-6F70-423E-BA7F-51B30AD9DD36}" type="presParOf" srcId="{C40D299E-728A-4806-9482-A3A130B16F56}" destId="{1D2B1E24-768B-4A63-BB34-61ED4C1AADFA}" srcOrd="0" destOrd="0" presId="urn:microsoft.com/office/officeart/2009/layout/CircleArrowProcess"/>
    <dgm:cxn modelId="{270D8C30-51C6-47DB-BE63-67300FC0E5C4}" type="presParOf" srcId="{E88ECF2C-C727-4889-A27C-1B3D8B17E0CE}" destId="{6B9D9D05-1D5C-4E14-B1E7-5ECAFBBB4CB1}" srcOrd="3" destOrd="0" presId="urn:microsoft.com/office/officeart/2009/layout/CircleArrowProcess"/>
    <dgm:cxn modelId="{139CCAA8-1A35-4B58-BD9F-C1F16E10CC15}" type="presParOf" srcId="{E88ECF2C-C727-4889-A27C-1B3D8B17E0CE}" destId="{8D383EFA-B54A-4629-989E-FD877E24638F}" srcOrd="4" destOrd="0" presId="urn:microsoft.com/office/officeart/2009/layout/CircleArrowProcess"/>
    <dgm:cxn modelId="{E1811784-E3FC-446B-BA91-34EC57673FE6}" type="presParOf" srcId="{8D383EFA-B54A-4629-989E-FD877E24638F}" destId="{2A3BC198-76D8-48E7-A4B6-FBF8157E78A7}" srcOrd="0" destOrd="0" presId="urn:microsoft.com/office/officeart/2009/layout/CircleArrowProcess"/>
    <dgm:cxn modelId="{69FB6633-7AAD-453A-9BE7-B2E5904DC018}" type="presParOf" srcId="{E88ECF2C-C727-4889-A27C-1B3D8B17E0CE}" destId="{C1BC48A6-D14F-4608-9C7D-310159BE8937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8D94B-6050-45FC-91F8-8E6CDFF10391}">
      <dsp:nvSpPr>
        <dsp:cNvPr id="0" name=""/>
        <dsp:cNvSpPr/>
      </dsp:nvSpPr>
      <dsp:spPr>
        <a:xfrm>
          <a:off x="0" y="3091299"/>
          <a:ext cx="8229600" cy="124247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4400" kern="1200" dirty="0" smtClean="0"/>
            <a:t>N1</a:t>
          </a:r>
          <a:endParaRPr lang="es-MX" sz="4400" kern="1200" dirty="0"/>
        </a:p>
      </dsp:txBody>
      <dsp:txXfrm>
        <a:off x="0" y="3091299"/>
        <a:ext cx="2468880" cy="1242476"/>
      </dsp:txXfrm>
    </dsp:sp>
    <dsp:sp modelId="{0A8625BB-3FEF-4391-A341-AC01871743EC}">
      <dsp:nvSpPr>
        <dsp:cNvPr id="0" name=""/>
        <dsp:cNvSpPr/>
      </dsp:nvSpPr>
      <dsp:spPr>
        <a:xfrm>
          <a:off x="0" y="1641743"/>
          <a:ext cx="8229600" cy="124247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4400" kern="1200" dirty="0" smtClean="0"/>
            <a:t>N2</a:t>
          </a:r>
          <a:endParaRPr lang="es-MX" sz="4400" kern="1200" dirty="0"/>
        </a:p>
      </dsp:txBody>
      <dsp:txXfrm>
        <a:off x="0" y="1641743"/>
        <a:ext cx="2468880" cy="1242476"/>
      </dsp:txXfrm>
    </dsp:sp>
    <dsp:sp modelId="{58041A90-C8A2-4BCE-855A-57553B757173}">
      <dsp:nvSpPr>
        <dsp:cNvPr id="0" name=""/>
        <dsp:cNvSpPr/>
      </dsp:nvSpPr>
      <dsp:spPr>
        <a:xfrm>
          <a:off x="0" y="192186"/>
          <a:ext cx="8229600" cy="124247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4400" kern="1200" dirty="0" smtClean="0"/>
            <a:t>N3</a:t>
          </a:r>
          <a:endParaRPr lang="es-MX" sz="4400" kern="1200" dirty="0"/>
        </a:p>
      </dsp:txBody>
      <dsp:txXfrm>
        <a:off x="0" y="192186"/>
        <a:ext cx="2468880" cy="1242476"/>
      </dsp:txXfrm>
    </dsp:sp>
    <dsp:sp modelId="{1D044EC4-6AAB-48E5-8C2C-B5EF737E7C17}">
      <dsp:nvSpPr>
        <dsp:cNvPr id="0" name=""/>
        <dsp:cNvSpPr/>
      </dsp:nvSpPr>
      <dsp:spPr>
        <a:xfrm>
          <a:off x="4995152" y="295726"/>
          <a:ext cx="1553095" cy="10353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 smtClean="0"/>
            <a:t>Transferencias BUS</a:t>
          </a:r>
          <a:endParaRPr lang="es-MX" sz="1800" kern="1200" dirty="0"/>
        </a:p>
      </dsp:txBody>
      <dsp:txXfrm>
        <a:off x="5025478" y="326052"/>
        <a:ext cx="1492443" cy="974745"/>
      </dsp:txXfrm>
    </dsp:sp>
    <dsp:sp modelId="{F1DF69C1-F24A-4E39-A661-8D5E8FF81970}">
      <dsp:nvSpPr>
        <dsp:cNvPr id="0" name=""/>
        <dsp:cNvSpPr/>
      </dsp:nvSpPr>
      <dsp:spPr>
        <a:xfrm>
          <a:off x="4257431" y="1331123"/>
          <a:ext cx="1514268" cy="414158"/>
        </a:xfrm>
        <a:custGeom>
          <a:avLst/>
          <a:gdLst/>
          <a:ahLst/>
          <a:cxnLst/>
          <a:rect l="0" t="0" r="0" b="0"/>
          <a:pathLst>
            <a:path>
              <a:moveTo>
                <a:pt x="1514268" y="0"/>
              </a:moveTo>
              <a:lnTo>
                <a:pt x="1514268" y="207079"/>
              </a:lnTo>
              <a:lnTo>
                <a:pt x="0" y="207079"/>
              </a:lnTo>
              <a:lnTo>
                <a:pt x="0" y="4141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32BB51-4496-4650-8C2C-568E0FB1E950}">
      <dsp:nvSpPr>
        <dsp:cNvPr id="0" name=""/>
        <dsp:cNvSpPr/>
      </dsp:nvSpPr>
      <dsp:spPr>
        <a:xfrm>
          <a:off x="3480883" y="1745282"/>
          <a:ext cx="1553095" cy="10353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 smtClean="0"/>
            <a:t>DGTIC – Títulos Electrónicos</a:t>
          </a:r>
          <a:endParaRPr lang="es-MX" sz="1800" kern="1200" dirty="0"/>
        </a:p>
      </dsp:txBody>
      <dsp:txXfrm>
        <a:off x="3511209" y="1775608"/>
        <a:ext cx="1492443" cy="974745"/>
      </dsp:txXfrm>
    </dsp:sp>
    <dsp:sp modelId="{4B68CDD4-4AF3-48B7-8CBB-D7BB229A1D2E}">
      <dsp:nvSpPr>
        <dsp:cNvPr id="0" name=""/>
        <dsp:cNvSpPr/>
      </dsp:nvSpPr>
      <dsp:spPr>
        <a:xfrm>
          <a:off x="3247919" y="2780680"/>
          <a:ext cx="1009512" cy="414158"/>
        </a:xfrm>
        <a:custGeom>
          <a:avLst/>
          <a:gdLst/>
          <a:ahLst/>
          <a:cxnLst/>
          <a:rect l="0" t="0" r="0" b="0"/>
          <a:pathLst>
            <a:path>
              <a:moveTo>
                <a:pt x="1009512" y="0"/>
              </a:moveTo>
              <a:lnTo>
                <a:pt x="1009512" y="207079"/>
              </a:lnTo>
              <a:lnTo>
                <a:pt x="0" y="207079"/>
              </a:lnTo>
              <a:lnTo>
                <a:pt x="0" y="41415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366028-1593-41FD-80FD-857415904B83}">
      <dsp:nvSpPr>
        <dsp:cNvPr id="0" name=""/>
        <dsp:cNvSpPr/>
      </dsp:nvSpPr>
      <dsp:spPr>
        <a:xfrm>
          <a:off x="2471371" y="3194839"/>
          <a:ext cx="1553095" cy="10353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 smtClean="0"/>
            <a:t>DGP - DGAIR Normativo</a:t>
          </a:r>
          <a:endParaRPr lang="es-MX" sz="1800" kern="1200" dirty="0"/>
        </a:p>
      </dsp:txBody>
      <dsp:txXfrm>
        <a:off x="2501697" y="3225165"/>
        <a:ext cx="1492443" cy="974745"/>
      </dsp:txXfrm>
    </dsp:sp>
    <dsp:sp modelId="{3A3737F5-EFCC-4E62-B1DA-C2BAB4465010}">
      <dsp:nvSpPr>
        <dsp:cNvPr id="0" name=""/>
        <dsp:cNvSpPr/>
      </dsp:nvSpPr>
      <dsp:spPr>
        <a:xfrm>
          <a:off x="4257431" y="2780680"/>
          <a:ext cx="1009512" cy="4141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079"/>
              </a:lnTo>
              <a:lnTo>
                <a:pt x="1009512" y="207079"/>
              </a:lnTo>
              <a:lnTo>
                <a:pt x="1009512" y="41415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7B744A-CC4F-47F5-9B11-120B9BCFCCA3}">
      <dsp:nvSpPr>
        <dsp:cNvPr id="0" name=""/>
        <dsp:cNvSpPr/>
      </dsp:nvSpPr>
      <dsp:spPr>
        <a:xfrm>
          <a:off x="4490396" y="3194839"/>
          <a:ext cx="1553095" cy="10353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 smtClean="0"/>
            <a:t>DGP Técnico Operativo</a:t>
          </a:r>
          <a:endParaRPr lang="es-MX" sz="1800" kern="1200" dirty="0"/>
        </a:p>
      </dsp:txBody>
      <dsp:txXfrm>
        <a:off x="4520722" y="3225165"/>
        <a:ext cx="1492443" cy="974745"/>
      </dsp:txXfrm>
    </dsp:sp>
    <dsp:sp modelId="{42B4732E-22A7-46B6-B2DA-071E9FF96F84}">
      <dsp:nvSpPr>
        <dsp:cNvPr id="0" name=""/>
        <dsp:cNvSpPr/>
      </dsp:nvSpPr>
      <dsp:spPr>
        <a:xfrm>
          <a:off x="5771700" y="1331123"/>
          <a:ext cx="1514268" cy="4141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079"/>
              </a:lnTo>
              <a:lnTo>
                <a:pt x="1514268" y="207079"/>
              </a:lnTo>
              <a:lnTo>
                <a:pt x="1514268" y="4141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D68F43-DED9-4869-B6EE-47C97CA9BC1E}">
      <dsp:nvSpPr>
        <dsp:cNvPr id="0" name=""/>
        <dsp:cNvSpPr/>
      </dsp:nvSpPr>
      <dsp:spPr>
        <a:xfrm>
          <a:off x="6509420" y="1745282"/>
          <a:ext cx="1553095" cy="10353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 smtClean="0"/>
            <a:t>DGTIC – Títulos Electrónicos</a:t>
          </a:r>
          <a:endParaRPr lang="es-MX" sz="1800" kern="1200" dirty="0"/>
        </a:p>
      </dsp:txBody>
      <dsp:txXfrm>
        <a:off x="6539746" y="1775608"/>
        <a:ext cx="1492443" cy="974745"/>
      </dsp:txXfrm>
    </dsp:sp>
    <dsp:sp modelId="{5E545879-18BB-4A8C-9F41-39EA6A745ECF}">
      <dsp:nvSpPr>
        <dsp:cNvPr id="0" name=""/>
        <dsp:cNvSpPr/>
      </dsp:nvSpPr>
      <dsp:spPr>
        <a:xfrm>
          <a:off x="7240248" y="2780680"/>
          <a:ext cx="91440" cy="4141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415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DF7AA5-7F3F-46CE-A375-9C28A643C426}">
      <dsp:nvSpPr>
        <dsp:cNvPr id="0" name=""/>
        <dsp:cNvSpPr/>
      </dsp:nvSpPr>
      <dsp:spPr>
        <a:xfrm>
          <a:off x="6509420" y="3194839"/>
          <a:ext cx="1553095" cy="10353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 smtClean="0"/>
            <a:t>Responsable de Mesa de Ayuda</a:t>
          </a:r>
          <a:endParaRPr lang="es-MX" sz="1800" kern="1200" dirty="0"/>
        </a:p>
      </dsp:txBody>
      <dsp:txXfrm>
        <a:off x="6539746" y="3225165"/>
        <a:ext cx="1492443" cy="9747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2B403-512F-4B88-A16C-44B0E7A9BB79}">
      <dsp:nvSpPr>
        <dsp:cNvPr id="0" name=""/>
        <dsp:cNvSpPr/>
      </dsp:nvSpPr>
      <dsp:spPr>
        <a:xfrm>
          <a:off x="3358101" y="0"/>
          <a:ext cx="2095382" cy="2095701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82F67-40D3-42F0-9490-6413FD3B1DE4}">
      <dsp:nvSpPr>
        <dsp:cNvPr id="0" name=""/>
        <dsp:cNvSpPr/>
      </dsp:nvSpPr>
      <dsp:spPr>
        <a:xfrm>
          <a:off x="3821249" y="756611"/>
          <a:ext cx="1164363" cy="582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400" kern="1200" dirty="0" smtClean="0"/>
            <a:t>Preparación</a:t>
          </a:r>
          <a:endParaRPr lang="es-MX" sz="1400" kern="1200" dirty="0"/>
        </a:p>
      </dsp:txBody>
      <dsp:txXfrm>
        <a:off x="3821249" y="756611"/>
        <a:ext cx="1164363" cy="582042"/>
      </dsp:txXfrm>
    </dsp:sp>
    <dsp:sp modelId="{1D2B1E24-768B-4A63-BB34-61ED4C1AADFA}">
      <dsp:nvSpPr>
        <dsp:cNvPr id="0" name=""/>
        <dsp:cNvSpPr/>
      </dsp:nvSpPr>
      <dsp:spPr>
        <a:xfrm>
          <a:off x="2776116" y="1204135"/>
          <a:ext cx="2095382" cy="209570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9D9D05-1D5C-4E14-B1E7-5ECAFBBB4CB1}">
      <dsp:nvSpPr>
        <dsp:cNvPr id="0" name=""/>
        <dsp:cNvSpPr/>
      </dsp:nvSpPr>
      <dsp:spPr>
        <a:xfrm>
          <a:off x="3241625" y="1967712"/>
          <a:ext cx="1164363" cy="582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400" kern="1200" dirty="0" smtClean="0"/>
            <a:t>Envío y Registro</a:t>
          </a:r>
          <a:endParaRPr lang="es-MX" sz="1400" kern="1200" dirty="0"/>
        </a:p>
      </dsp:txBody>
      <dsp:txXfrm>
        <a:off x="3241625" y="1967712"/>
        <a:ext cx="1164363" cy="582042"/>
      </dsp:txXfrm>
    </dsp:sp>
    <dsp:sp modelId="{2A3BC198-76D8-48E7-A4B6-FBF8157E78A7}">
      <dsp:nvSpPr>
        <dsp:cNvPr id="0" name=""/>
        <dsp:cNvSpPr/>
      </dsp:nvSpPr>
      <dsp:spPr>
        <a:xfrm>
          <a:off x="3507237" y="2552367"/>
          <a:ext cx="1800258" cy="1800979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BC48A6-D14F-4608-9C7D-310159BE8937}">
      <dsp:nvSpPr>
        <dsp:cNvPr id="0" name=""/>
        <dsp:cNvSpPr/>
      </dsp:nvSpPr>
      <dsp:spPr>
        <a:xfrm>
          <a:off x="3824004" y="3180555"/>
          <a:ext cx="1164363" cy="582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400" kern="1200" dirty="0" smtClean="0"/>
            <a:t>*Autenticación</a:t>
          </a:r>
          <a:endParaRPr lang="es-MX" sz="1400" kern="1200" dirty="0"/>
        </a:p>
      </dsp:txBody>
      <dsp:txXfrm>
        <a:off x="3824004" y="3180555"/>
        <a:ext cx="1164363" cy="5820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275" cy="49836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49862" y="1"/>
            <a:ext cx="2946275" cy="49836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9C6C-0445-490D-9064-727E02678862}" type="datetimeFigureOut">
              <a:rPr lang="es-MX" smtClean="0"/>
              <a:t>03/08/2018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0383" y="4776856"/>
            <a:ext cx="5436909" cy="39089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273"/>
            <a:ext cx="2946275" cy="4983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49862" y="9428273"/>
            <a:ext cx="2946275" cy="4983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CC02-1D64-4C3F-943D-E69DB1ABAD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808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8B09-656C-4D62-8621-34E55F8F1396}" type="datetimeFigureOut">
              <a:rPr lang="es-MX" smtClean="0"/>
              <a:t>03/08/2018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A83B-59CD-4D29-9D9E-0000953E9A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841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8B09-656C-4D62-8621-34E55F8F1396}" type="datetimeFigureOut">
              <a:rPr lang="es-MX" smtClean="0"/>
              <a:t>03/08/2018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A83B-59CD-4D29-9D9E-0000953E9A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942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8B09-656C-4D62-8621-34E55F8F1396}" type="datetimeFigureOut">
              <a:rPr lang="es-MX" smtClean="0"/>
              <a:t>03/08/2018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A83B-59CD-4D29-9D9E-0000953E9A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909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8B09-656C-4D62-8621-34E55F8F1396}" type="datetimeFigureOut">
              <a:rPr lang="es-MX" smtClean="0"/>
              <a:t>03/08/2018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A83B-59CD-4D29-9D9E-0000953E9A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17817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8B09-656C-4D62-8621-34E55F8F1396}" type="datetimeFigureOut">
              <a:rPr lang="es-MX" smtClean="0"/>
              <a:t>03/08/2018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A83B-59CD-4D29-9D9E-0000953E9A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8868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8B09-656C-4D62-8621-34E55F8F1396}" type="datetimeFigureOut">
              <a:rPr lang="es-MX" smtClean="0"/>
              <a:t>03/08/2018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A83B-59CD-4D29-9D9E-0000953E9A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0869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8B09-656C-4D62-8621-34E55F8F1396}" type="datetimeFigureOut">
              <a:rPr lang="es-MX" smtClean="0"/>
              <a:t>03/08/2018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A83B-59CD-4D29-9D9E-0000953E9A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177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8B09-656C-4D62-8621-34E55F8F1396}" type="datetimeFigureOut">
              <a:rPr lang="es-MX" smtClean="0"/>
              <a:t>03/08/2018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A83B-59CD-4D29-9D9E-0000953E9A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169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8B09-656C-4D62-8621-34E55F8F1396}" type="datetimeFigureOut">
              <a:rPr lang="es-MX" smtClean="0"/>
              <a:t>03/08/2018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A83B-59CD-4D29-9D9E-0000953E9A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0553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8B09-656C-4D62-8621-34E55F8F1396}" type="datetimeFigureOut">
              <a:rPr lang="es-MX" smtClean="0"/>
              <a:t>03/08/2018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A83B-59CD-4D29-9D9E-0000953E9A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525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8B09-656C-4D62-8621-34E55F8F1396}" type="datetimeFigureOut">
              <a:rPr lang="es-MX" smtClean="0"/>
              <a:t>03/08/2018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6A83B-59CD-4D29-9D9E-0000953E9A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1816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58B09-656C-4D62-8621-34E55F8F1396}" type="datetimeFigureOut">
              <a:rPr lang="es-MX" smtClean="0"/>
              <a:t>03/08/2018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A83B-59CD-4D29-9D9E-0000953E9A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9540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ep.gob.mx/es/sep1/Ayuda_de_Titulos_Electronico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172.31.71.3:8080/WSCommercefielComplement/WSCommerceFiel?wsd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se64encode.org/" TargetMode="External"/><Relationship Id="rId2" Type="http://schemas.openxmlformats.org/officeDocument/2006/relationships/hyperlink" Target="https://www.xorbin.com/tools/sha256-hash-calculator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etqa.siged.sep.gob.mx/met-ws/services/TitulosElectronicos.wsdl" TargetMode="External"/><Relationship Id="rId2" Type="http://schemas.openxmlformats.org/officeDocument/2006/relationships/hyperlink" Target="https://metqa.siged.sep.gob.mx/WSSecureFileTransfer/WSCommerceFielService?wsd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implementacion.cedulaelectronica@nube.sep.gob.mx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Marcador de contenido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816224" y="2522980"/>
            <a:ext cx="7200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Titular" pitchFamily="50" charset="0"/>
              </a:rPr>
              <a:t>Mesa de Ayuda – títulos electrónicos</a:t>
            </a:r>
            <a:endParaRPr lang="es-MX" sz="2000" u="sng" dirty="0">
              <a:solidFill>
                <a:schemeClr val="accent4">
                  <a:lumMod val="75000"/>
                </a:schemeClr>
              </a:solidFill>
              <a:latin typeface="Soberana Sans" panose="02000000000000000000" pitchFamily="50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017024" y="5733256"/>
            <a:ext cx="9474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 smtClean="0">
                <a:latin typeface="Soberana Sans" panose="02000000000000000000" pitchFamily="50" charset="0"/>
              </a:rPr>
              <a:t>03-08-2018</a:t>
            </a:r>
            <a:endParaRPr lang="es-MX" sz="1000" dirty="0">
              <a:latin typeface="Soberana Sans" panose="02000000000000000000" pitchFamily="50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2411760" y="4344559"/>
            <a:ext cx="48245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oberana Titular" pitchFamily="50" charset="0"/>
              </a:rPr>
              <a:t>Capacitación</a:t>
            </a:r>
            <a:endParaRPr lang="es-MX" dirty="0"/>
          </a:p>
        </p:txBody>
      </p:sp>
      <p:sp>
        <p:nvSpPr>
          <p:cNvPr id="14" name="Rectángulo 11"/>
          <p:cNvSpPr/>
          <p:nvPr/>
        </p:nvSpPr>
        <p:spPr>
          <a:xfrm>
            <a:off x="0" y="6295628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33450"/>
            <a:r>
              <a:rPr lang="es-MX" sz="1000" b="1" dirty="0" smtClean="0">
                <a:solidFill>
                  <a:schemeClr val="bg1"/>
                </a:solidFill>
                <a:latin typeface="Soberana Sans" panose="02000000000000000000" pitchFamily="50" charset="0"/>
                <a:ea typeface="Times New Roman" panose="02020603050405020304" pitchFamily="18" charset="0"/>
              </a:rPr>
              <a:t>Dirección </a:t>
            </a:r>
            <a:r>
              <a:rPr lang="es-MX" sz="1000" b="1" dirty="0">
                <a:solidFill>
                  <a:schemeClr val="bg1"/>
                </a:solidFill>
                <a:latin typeface="Soberana Sans" panose="02000000000000000000" pitchFamily="50" charset="0"/>
                <a:ea typeface="Times New Roman" panose="02020603050405020304" pitchFamily="18" charset="0"/>
              </a:rPr>
              <a:t>General de Tecnologías de la Información y </a:t>
            </a:r>
            <a:r>
              <a:rPr lang="es-MX" sz="1000" b="1" dirty="0" smtClean="0">
                <a:solidFill>
                  <a:schemeClr val="bg1"/>
                </a:solidFill>
                <a:latin typeface="Soberana Sans" panose="02000000000000000000" pitchFamily="50" charset="0"/>
                <a:ea typeface="Times New Roman" panose="02020603050405020304" pitchFamily="18" charset="0"/>
              </a:rPr>
              <a:t>Comunicaciones</a:t>
            </a:r>
          </a:p>
          <a:p>
            <a:r>
              <a:rPr lang="es-MX" sz="1000" b="1" dirty="0" smtClean="0">
                <a:solidFill>
                  <a:schemeClr val="bg1"/>
                </a:solidFill>
                <a:latin typeface="Soberana Sans" panose="02000000000000000000" pitchFamily="50" charset="0"/>
              </a:rPr>
              <a:t>				</a:t>
            </a:r>
            <a:endParaRPr lang="es-MX" sz="1000" dirty="0">
              <a:solidFill>
                <a:schemeClr val="bg1"/>
              </a:solidFill>
              <a:latin typeface="Soberana Sans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186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TEMARIO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Mesa de Ayuda: Niveles y responsabilidades</a:t>
            </a:r>
          </a:p>
          <a:p>
            <a:r>
              <a:rPr lang="es-MX" dirty="0" smtClean="0"/>
              <a:t>Proceso de Implementación</a:t>
            </a:r>
          </a:p>
          <a:p>
            <a:r>
              <a:rPr lang="es-MX" dirty="0" smtClean="0"/>
              <a:t>Etapas de Implementación</a:t>
            </a:r>
          </a:p>
          <a:p>
            <a:r>
              <a:rPr lang="es-MX" dirty="0" smtClean="0"/>
              <a:t>Casos de Atención</a:t>
            </a:r>
          </a:p>
          <a:p>
            <a:r>
              <a:rPr lang="es-MX" dirty="0" smtClean="0"/>
              <a:t>Recursos y Herramientas para la Mesa de Ayuda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44761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Mesa de Ayuda</a:t>
            </a:r>
            <a:endParaRPr lang="es-MX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4270869"/>
              </p:ext>
            </p:extLst>
          </p:nvPr>
        </p:nvGraphicFramePr>
        <p:xfrm>
          <a:off x="457200" y="1340768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uadroTexto 3"/>
          <p:cNvSpPr txBox="1"/>
          <p:nvPr/>
        </p:nvSpPr>
        <p:spPr>
          <a:xfrm>
            <a:off x="457200" y="5866731"/>
            <a:ext cx="8229600" cy="55399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solidFill>
                  <a:schemeClr val="tx1"/>
                </a:solidFill>
              </a:rPr>
              <a:t>USUARIOS</a:t>
            </a:r>
          </a:p>
          <a:p>
            <a:pPr algn="ctr"/>
            <a:r>
              <a:rPr lang="es-MX" sz="1200" dirty="0" smtClean="0">
                <a:solidFill>
                  <a:schemeClr val="bg1"/>
                </a:solidFill>
              </a:rPr>
              <a:t>Instituciones Educativas, Secretarías de Educación Estatal, Dirección de Profesiones Estatal</a:t>
            </a:r>
            <a:endParaRPr lang="es-MX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12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NIVEL 1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Autofit/>
          </a:bodyPr>
          <a:lstStyle/>
          <a:p>
            <a:r>
              <a:rPr lang="es-MX" sz="1200" dirty="0" smtClean="0"/>
              <a:t>Asesorar a la Institución Educativa, Secretaría o Dirección sobre el proceso de implementación vía telefónica, correo electrónico, videoconferencia o presencial</a:t>
            </a:r>
          </a:p>
          <a:p>
            <a:r>
              <a:rPr lang="es-MX" sz="1200" dirty="0" smtClean="0"/>
              <a:t>Atender dudas, comentarios, quejas de la Institución Educativa, Secretaría o Dirección relacionadas al Proyecto de Títulos Electrónicos</a:t>
            </a:r>
          </a:p>
          <a:p>
            <a:r>
              <a:rPr lang="es-MX" sz="1200" dirty="0" smtClean="0"/>
              <a:t>Canalizar las dudas, comentarios, quejas del proyecto de Cédula Electrónica con el responsable técnico y normativo (DGP - DGTIC)</a:t>
            </a:r>
          </a:p>
          <a:p>
            <a:pPr marL="0" indent="0">
              <a:buNone/>
            </a:pPr>
            <a:r>
              <a:rPr lang="es-MX" sz="1200" dirty="0">
                <a:solidFill>
                  <a:srgbClr val="0070C0"/>
                </a:solidFill>
              </a:rPr>
              <a:t>Para Ambiente de Pruebas y Producción</a:t>
            </a:r>
          </a:p>
          <a:p>
            <a:r>
              <a:rPr lang="es-MX" sz="1200" dirty="0" smtClean="0"/>
              <a:t>Solicitar a la IE la Clave </a:t>
            </a:r>
            <a:r>
              <a:rPr lang="es-MX" sz="1200" dirty="0"/>
              <a:t>de Institución </a:t>
            </a:r>
            <a:r>
              <a:rPr lang="es-MX" sz="1200" dirty="0" smtClean="0"/>
              <a:t>Concentradora autorizada por DGP</a:t>
            </a:r>
          </a:p>
          <a:p>
            <a:r>
              <a:rPr lang="es-MX" sz="1200" dirty="0" smtClean="0"/>
              <a:t>Validar y gestionar el </a:t>
            </a:r>
            <a:r>
              <a:rPr lang="es-MX" sz="1200" dirty="0"/>
              <a:t>envío de Clave de Institución Concentradora</a:t>
            </a:r>
            <a:r>
              <a:rPr lang="es-MX" sz="1200" dirty="0" smtClean="0"/>
              <a:t> </a:t>
            </a:r>
            <a:r>
              <a:rPr lang="es-MX" sz="1200" dirty="0"/>
              <a:t>de la IE hacia DGP, hasta la entrega final con </a:t>
            </a:r>
            <a:r>
              <a:rPr lang="es-MX" sz="1200" dirty="0" smtClean="0"/>
              <a:t>DGTIC</a:t>
            </a:r>
          </a:p>
          <a:p>
            <a:pPr lvl="1"/>
            <a:r>
              <a:rPr lang="es-MX" sz="1200" dirty="0" smtClean="0"/>
              <a:t>DGP envía Clave de Institución Concentradora a DGTIC para su registro</a:t>
            </a:r>
            <a:endParaRPr lang="es-MX" sz="1200" dirty="0"/>
          </a:p>
          <a:p>
            <a:r>
              <a:rPr lang="es-MX" sz="1200" dirty="0" smtClean="0"/>
              <a:t>Solicitar a la IE los Certificados de la </a:t>
            </a:r>
            <a:r>
              <a:rPr lang="es-MX" sz="1200" dirty="0" err="1" smtClean="0"/>
              <a:t>e.firma</a:t>
            </a:r>
            <a:r>
              <a:rPr lang="es-MX" sz="1200" dirty="0" smtClean="0"/>
              <a:t> SAT, especificando si es Firmante Autorizado para ambiente de Pruebas y/o Producción</a:t>
            </a:r>
          </a:p>
          <a:p>
            <a:r>
              <a:rPr lang="es-MX" sz="1200" dirty="0" smtClean="0"/>
              <a:t>Validar y gestionar el envío de Certificados de la IE hacia DGP, hasta la entrega final con DGTIC</a:t>
            </a:r>
            <a:endParaRPr lang="es-MX" sz="1200" dirty="0"/>
          </a:p>
          <a:p>
            <a:pPr lvl="1"/>
            <a:r>
              <a:rPr lang="es-MX" sz="1200" dirty="0" smtClean="0"/>
              <a:t>DGP envía Certificados </a:t>
            </a:r>
            <a:r>
              <a:rPr lang="es-MX" sz="1200" dirty="0"/>
              <a:t>de la </a:t>
            </a:r>
            <a:r>
              <a:rPr lang="es-MX" sz="1200" dirty="0" err="1"/>
              <a:t>e.firma</a:t>
            </a:r>
            <a:r>
              <a:rPr lang="es-MX" sz="1200" dirty="0"/>
              <a:t> </a:t>
            </a:r>
            <a:r>
              <a:rPr lang="es-MX" sz="1200" dirty="0" smtClean="0"/>
              <a:t>a DGTIC para su registro</a:t>
            </a:r>
          </a:p>
          <a:p>
            <a:r>
              <a:rPr lang="es-MX" sz="1200" dirty="0"/>
              <a:t>Solicitar a la IE los Planes de Estudio (Carreras, Instituciones) autorizados ante DGP (descargar del Portal SIREP); los Planes de Estudio de IE Privadas deben incluir el “Número de RVOE” autorizado ante DGP y DGAIR.</a:t>
            </a:r>
            <a:endParaRPr lang="es-MX" sz="12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MX" sz="1200" dirty="0" smtClean="0"/>
              <a:t>Validar y gestionar el </a:t>
            </a:r>
            <a:r>
              <a:rPr lang="es-MX" sz="1200" dirty="0"/>
              <a:t>envío de </a:t>
            </a:r>
            <a:r>
              <a:rPr lang="es-MX" sz="1200" dirty="0" smtClean="0"/>
              <a:t>Planes de Estudio </a:t>
            </a:r>
            <a:r>
              <a:rPr lang="es-MX" sz="1200" dirty="0"/>
              <a:t>de la IE hacia DGP, hasta la entrega final con DGTIC</a:t>
            </a:r>
          </a:p>
          <a:p>
            <a:pPr lvl="1"/>
            <a:r>
              <a:rPr lang="es-MX" sz="1200" dirty="0" smtClean="0"/>
              <a:t>DGP envía Planes </a:t>
            </a:r>
            <a:r>
              <a:rPr lang="es-MX" sz="1200" dirty="0"/>
              <a:t>de </a:t>
            </a:r>
            <a:r>
              <a:rPr lang="es-MX" sz="1200" dirty="0" smtClean="0"/>
              <a:t>Estudio a DGTIC para su registro</a:t>
            </a:r>
            <a:endParaRPr lang="es-MX" sz="1200" dirty="0"/>
          </a:p>
          <a:p>
            <a:r>
              <a:rPr lang="es-MX" sz="1200" dirty="0" smtClean="0"/>
              <a:t>Revisar Archivo XML de títulos electrónicos (vigencia de </a:t>
            </a:r>
            <a:r>
              <a:rPr lang="es-MX" sz="1200" dirty="0" err="1" smtClean="0"/>
              <a:t>e.firma</a:t>
            </a:r>
            <a:r>
              <a:rPr lang="es-MX" sz="1200" dirty="0"/>
              <a:t> SAT, estructura, catálogos, </a:t>
            </a:r>
            <a:r>
              <a:rPr lang="es-MX" sz="1200" dirty="0" smtClean="0"/>
              <a:t>reglas de negocio) que comparta la IE, Secretaría o Dirección de manera previa a sus pruebas</a:t>
            </a:r>
          </a:p>
          <a:p>
            <a:r>
              <a:rPr lang="es-MX" sz="1200" dirty="0"/>
              <a:t>Apoyo Técnico durante el envío de títulos electrónicos de la Institución </a:t>
            </a:r>
            <a:r>
              <a:rPr lang="es-MX" sz="1200" dirty="0" smtClean="0"/>
              <a:t>Educativa</a:t>
            </a:r>
          </a:p>
          <a:p>
            <a:r>
              <a:rPr lang="es-MX" sz="1200" dirty="0" smtClean="0"/>
              <a:t>Dar </a:t>
            </a:r>
            <a:r>
              <a:rPr lang="es-MX" sz="1200" dirty="0"/>
              <a:t>seguimiento a la Institución Educativa, Secretaría o </a:t>
            </a:r>
            <a:r>
              <a:rPr lang="es-MX" sz="1200" dirty="0" smtClean="0"/>
              <a:t>Dirección hasta finalizar </a:t>
            </a:r>
            <a:r>
              <a:rPr lang="es-MX" sz="1200" dirty="0"/>
              <a:t>p</a:t>
            </a:r>
            <a:r>
              <a:rPr lang="es-MX" sz="1200" dirty="0" smtClean="0"/>
              <a:t>ruebas </a:t>
            </a:r>
            <a:r>
              <a:rPr lang="es-MX" sz="1200" dirty="0"/>
              <a:t>e</a:t>
            </a:r>
            <a:r>
              <a:rPr lang="es-MX" sz="1200" dirty="0" smtClean="0"/>
              <a:t>xitosas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343952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NIVEL 2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 smtClean="0">
                <a:solidFill>
                  <a:srgbClr val="0070C0"/>
                </a:solidFill>
              </a:rPr>
              <a:t>Para </a:t>
            </a:r>
            <a:r>
              <a:rPr lang="es-MX" dirty="0">
                <a:solidFill>
                  <a:srgbClr val="0070C0"/>
                </a:solidFill>
              </a:rPr>
              <a:t>Ambiente de Pruebas y Producción</a:t>
            </a:r>
            <a:endParaRPr lang="es-MX" dirty="0" smtClean="0">
              <a:solidFill>
                <a:srgbClr val="0070C0"/>
              </a:solidFill>
            </a:endParaRPr>
          </a:p>
          <a:p>
            <a:r>
              <a:rPr lang="es-MX" dirty="0" smtClean="0"/>
              <a:t>Registrar Clave </a:t>
            </a:r>
            <a:r>
              <a:rPr lang="es-MX" dirty="0"/>
              <a:t>de Institución Concentradora</a:t>
            </a:r>
          </a:p>
          <a:p>
            <a:r>
              <a:rPr lang="es-MX" dirty="0" smtClean="0"/>
              <a:t>Registrar Certificados de Firmantes Autorizados y Responsables de envío</a:t>
            </a:r>
          </a:p>
          <a:p>
            <a:r>
              <a:rPr lang="es-MX" dirty="0" smtClean="0"/>
              <a:t>Registrar/Actualizar de Planes de Estudio</a:t>
            </a:r>
          </a:p>
          <a:p>
            <a:r>
              <a:rPr lang="es-MX" dirty="0" smtClean="0"/>
              <a:t>Registrar/Actualizar de Número de RVOE</a:t>
            </a:r>
          </a:p>
          <a:p>
            <a:r>
              <a:rPr lang="es-MX" dirty="0" smtClean="0"/>
              <a:t>Generar Usuario y Contraseña para </a:t>
            </a:r>
            <a:r>
              <a:rPr lang="es-MX" dirty="0"/>
              <a:t>la Institución Educativa, Secretaría o Dirección</a:t>
            </a:r>
          </a:p>
          <a:p>
            <a:r>
              <a:rPr lang="es-MX" dirty="0" smtClean="0"/>
              <a:t>Entregar Usuario y Contraseña a </a:t>
            </a:r>
            <a:r>
              <a:rPr lang="es-MX" dirty="0"/>
              <a:t>la Institución Educativa, Secretaría o </a:t>
            </a:r>
            <a:r>
              <a:rPr lang="es-MX" dirty="0" smtClean="0"/>
              <a:t>Dirección</a:t>
            </a:r>
          </a:p>
          <a:p>
            <a:r>
              <a:rPr lang="es-MX" dirty="0" smtClean="0"/>
              <a:t>Apoyo Técnico durante el envío de títulos electrónicos de la Institución Educativa bajo demanda del Nivel 1</a:t>
            </a:r>
          </a:p>
          <a:p>
            <a:r>
              <a:rPr lang="es-MX" dirty="0"/>
              <a:t>Generar y entregar credenciales de acceso al Módulo Electrónico de Títulos para el proceso de </a:t>
            </a:r>
            <a:r>
              <a:rPr lang="es-MX" i="1" dirty="0"/>
              <a:t>Autenticación</a:t>
            </a:r>
            <a:r>
              <a:rPr lang="es-MX" dirty="0"/>
              <a:t> con </a:t>
            </a:r>
            <a:r>
              <a:rPr lang="es-MX" dirty="0" smtClean="0"/>
              <a:t>DGAIR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66593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NIVEL 3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>
                <a:solidFill>
                  <a:srgbClr val="0070C0"/>
                </a:solidFill>
              </a:rPr>
              <a:t>Para Ambiente de Pruebas y Producción</a:t>
            </a:r>
          </a:p>
          <a:p>
            <a:r>
              <a:rPr lang="es-MX" dirty="0" smtClean="0"/>
              <a:t>Monitorear transferencias de los documentos electrónicos</a:t>
            </a:r>
          </a:p>
          <a:p>
            <a:r>
              <a:rPr lang="es-MX" dirty="0" smtClean="0"/>
              <a:t>Diagnosticar y/o corregir errores del BUS Criptográfico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7489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Proceso de Implementación</a:t>
            </a:r>
            <a:endParaRPr lang="es-MX" dirty="0"/>
          </a:p>
        </p:txBody>
      </p:sp>
      <p:sp>
        <p:nvSpPr>
          <p:cNvPr id="5" name="CuadroTexto 4"/>
          <p:cNvSpPr txBox="1"/>
          <p:nvPr/>
        </p:nvSpPr>
        <p:spPr>
          <a:xfrm>
            <a:off x="127959" y="5651051"/>
            <a:ext cx="888808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 smtClean="0"/>
              <a:t>MESA DE AYUDA</a:t>
            </a:r>
            <a:endParaRPr lang="es-MX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" y="1340768"/>
            <a:ext cx="8435280" cy="4320508"/>
          </a:xfrm>
        </p:spPr>
      </p:pic>
    </p:spTree>
    <p:extLst>
      <p:ext uri="{BB962C8B-B14F-4D97-AF65-F5344CB8AC3E}">
        <p14:creationId xmlns:p14="http://schemas.microsoft.com/office/powerpoint/2010/main" val="786543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s-MX" sz="2800" b="1" dirty="0"/>
              <a:t>¿Qué es la Clave de Institución Concentradora?</a:t>
            </a:r>
          </a:p>
        </p:txBody>
      </p:sp>
      <p:sp>
        <p:nvSpPr>
          <p:cNvPr id="8" name="Marcador de contenido 7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MX" dirty="0" smtClean="0"/>
              <a:t>La </a:t>
            </a:r>
            <a:r>
              <a:rPr lang="es-MX" b="1" dirty="0"/>
              <a:t>Clave de Institución Concentradora</a:t>
            </a:r>
            <a:r>
              <a:rPr lang="es-MX" dirty="0"/>
              <a:t> es definida por la Dirección General de Profesiones para aquella universidad que participa en el Proyecto de Título y Cédula Electrónica. Es un clasificador requerido para la administración de las llaves públicas de los firmantes autorizados de títulos, diplomas o grado académico electrónicos. </a:t>
            </a:r>
            <a:endParaRPr lang="es-MX" dirty="0" smtClean="0"/>
          </a:p>
          <a:p>
            <a:pPr marL="0" indent="0" algn="just">
              <a:buNone/>
            </a:pPr>
            <a:endParaRPr lang="es-MX" dirty="0" smtClean="0"/>
          </a:p>
          <a:p>
            <a:pPr marL="0" indent="0" algn="just">
              <a:buNone/>
            </a:pPr>
            <a:r>
              <a:rPr lang="es-MX" dirty="0" smtClean="0"/>
              <a:t>Si </a:t>
            </a:r>
            <a:r>
              <a:rPr lang="es-MX" dirty="0"/>
              <a:t>es Institución Educativa con 1 solo campus o plantel, se le asignará como Clave de Institución Concentradora, el mismo valor que su Clave de Institución registrada ante la DGP. </a:t>
            </a:r>
          </a:p>
          <a:p>
            <a:pPr marL="0" lvl="0" indent="0" algn="just">
              <a:buNone/>
            </a:pPr>
            <a:r>
              <a:rPr lang="es-MX" dirty="0"/>
              <a:t>Si es Institución Educativa con más de 1 campus y ésta cuenta con distintas Claves de Institución, se deberá solicitar a la DGP una clave única, la cual equivale a su Clave de Institución Concentradora</a:t>
            </a:r>
            <a:r>
              <a:rPr lang="es-MX" dirty="0" smtClean="0"/>
              <a:t>.</a:t>
            </a:r>
          </a:p>
          <a:p>
            <a:pPr marL="0" indent="0" algn="just">
              <a:buNone/>
            </a:pPr>
            <a:r>
              <a:rPr lang="es-MX" sz="2600" b="1" dirty="0" smtClean="0"/>
              <a:t>Ejemplo de Clave:</a:t>
            </a:r>
          </a:p>
          <a:p>
            <a:pPr marL="457200" indent="-457200">
              <a:buFont typeface="+mj-lt"/>
              <a:buAutoNum type="arabicPeriod"/>
            </a:pPr>
            <a:endParaRPr lang="es-MX" dirty="0" smtClean="0"/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959821"/>
              </p:ext>
            </p:extLst>
          </p:nvPr>
        </p:nvGraphicFramePr>
        <p:xfrm>
          <a:off x="1547664" y="5384800"/>
          <a:ext cx="7048500" cy="923925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76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 fontAlgn="t"/>
                      <a:r>
                        <a:rPr lang="es-MX" sz="1100" u="none" strike="noStrike" dirty="0">
                          <a:effectLst/>
                        </a:rPr>
                        <a:t>CLAVE DE INST_CONCENTRADORA</a:t>
                      </a:r>
                      <a:endParaRPr lang="es-MX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1100" u="none" strike="noStrike" dirty="0">
                          <a:effectLst/>
                        </a:rPr>
                        <a:t>CLAVE DE INSTITUCIÓN</a:t>
                      </a:r>
                      <a:endParaRPr lang="es-MX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1100" u="none" strike="noStrike" dirty="0">
                          <a:effectLst/>
                        </a:rPr>
                        <a:t>NOMBRE DE INSTITUCIÓN</a:t>
                      </a:r>
                      <a:endParaRPr lang="es-MX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1100" u="none" strike="noStrike" dirty="0">
                          <a:effectLst/>
                        </a:rPr>
                        <a:t>CAMPUS/ENTIDAD</a:t>
                      </a:r>
                      <a:endParaRPr lang="es-MX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1" u="none" strike="noStrike" dirty="0">
                          <a:effectLst/>
                        </a:rPr>
                        <a:t>050219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050219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 dirty="0">
                          <a:effectLst/>
                        </a:rPr>
                        <a:t>UNIVERSIDAD VIZCAYA DE LAS </a:t>
                      </a:r>
                      <a:r>
                        <a:rPr lang="es-MX" sz="1100" u="none" strike="noStrike" dirty="0" smtClean="0">
                          <a:effectLst/>
                        </a:rPr>
                        <a:t>AMÉRICAS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MONCLOVA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1" u="none" strike="noStrike" dirty="0">
                          <a:effectLst/>
                        </a:rPr>
                        <a:t>050219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050236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UNIVERSIDAD VIZCAYA DE LAS AMÉRICAS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 dirty="0">
                          <a:effectLst/>
                        </a:rPr>
                        <a:t>SALTILLO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1" u="none" strike="noStrike" dirty="0">
                          <a:effectLst/>
                        </a:rPr>
                        <a:t>050219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180056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UNIVERSIDAD VIZCAYA DE LAS AMÉRICAS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 dirty="0">
                          <a:effectLst/>
                        </a:rPr>
                        <a:t>TEPIC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738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MX" sz="2800" b="1" dirty="0" smtClean="0"/>
              <a:t>Títulos Electrónicos – Etapas de implementación</a:t>
            </a:r>
            <a:endParaRPr lang="es-MX" sz="2800" b="1" dirty="0"/>
          </a:p>
        </p:txBody>
      </p:sp>
      <p:graphicFrame>
        <p:nvGraphicFramePr>
          <p:cNvPr id="9" name="Marcador de contenido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74696169"/>
              </p:ext>
            </p:extLst>
          </p:nvPr>
        </p:nvGraphicFramePr>
        <p:xfrm>
          <a:off x="457200" y="1772816"/>
          <a:ext cx="8229600" cy="4353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uadroTexto 3"/>
          <p:cNvSpPr txBox="1"/>
          <p:nvPr/>
        </p:nvSpPr>
        <p:spPr>
          <a:xfrm>
            <a:off x="755575" y="6237312"/>
            <a:ext cx="7760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 smtClean="0"/>
              <a:t>* Exclusivo </a:t>
            </a:r>
            <a:r>
              <a:rPr lang="es-MX" sz="1200" dirty="0"/>
              <a:t>para Instituciones </a:t>
            </a:r>
            <a:r>
              <a:rPr lang="es-MX" sz="1200" dirty="0" smtClean="0"/>
              <a:t>Particulares de Educación Superior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592597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Sitio Web de Ayuda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Sitio web de Ayuda de Títulos </a:t>
            </a:r>
            <a:r>
              <a:rPr lang="es-MX" dirty="0" smtClean="0"/>
              <a:t>Electrónicos </a:t>
            </a:r>
            <a:r>
              <a:rPr lang="es-MX" dirty="0" smtClean="0">
                <a:hlinkClick r:id="rId2"/>
              </a:rPr>
              <a:t>http</a:t>
            </a:r>
            <a:r>
              <a:rPr lang="es-MX" dirty="0">
                <a:hlinkClick r:id="rId2"/>
              </a:rPr>
              <a:t>://</a:t>
            </a:r>
            <a:r>
              <a:rPr lang="es-MX" dirty="0" smtClean="0">
                <a:hlinkClick r:id="rId2"/>
              </a:rPr>
              <a:t>www.sep.gob.mx/es/sep1/Ayuda_de_Titulos_Electronicos</a:t>
            </a:r>
            <a:r>
              <a:rPr lang="es-MX" dirty="0" smtClean="0"/>
              <a:t> 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1112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MX" dirty="0" smtClean="0"/>
              <a:t>Casos de Atención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 smtClean="0"/>
              <a:t>CASO 1. </a:t>
            </a:r>
            <a:r>
              <a:rPr lang="es-MX" dirty="0" smtClean="0"/>
              <a:t>Institución Educativa con 1 campus (Pública o Privada)</a:t>
            </a:r>
          </a:p>
          <a:p>
            <a:r>
              <a:rPr lang="es-MX" b="1" dirty="0" smtClean="0"/>
              <a:t>CASO 2. </a:t>
            </a:r>
            <a:r>
              <a:rPr lang="es-MX" dirty="0"/>
              <a:t>Institución Educativa</a:t>
            </a:r>
            <a:r>
              <a:rPr lang="es-MX" dirty="0" smtClean="0"/>
              <a:t> con N campus </a:t>
            </a:r>
            <a:r>
              <a:rPr lang="es-MX" dirty="0"/>
              <a:t>(Pública o Privada)</a:t>
            </a:r>
            <a:endParaRPr lang="es-MX" dirty="0" smtClean="0"/>
          </a:p>
          <a:p>
            <a:r>
              <a:rPr lang="es-MX" b="1" dirty="0" smtClean="0"/>
              <a:t>CASO 3. </a:t>
            </a:r>
            <a:r>
              <a:rPr lang="es-MX" dirty="0" smtClean="0"/>
              <a:t>Secretaría de Educación Estatal. IE con 1 o N campus </a:t>
            </a:r>
            <a:r>
              <a:rPr lang="es-MX" dirty="0"/>
              <a:t>(Pública </a:t>
            </a:r>
            <a:r>
              <a:rPr lang="es-MX" dirty="0" smtClean="0"/>
              <a:t>y/o </a:t>
            </a:r>
            <a:r>
              <a:rPr lang="es-MX" dirty="0"/>
              <a:t>Privada)</a:t>
            </a:r>
            <a:endParaRPr lang="es-MX" dirty="0" smtClean="0"/>
          </a:p>
          <a:p>
            <a:r>
              <a:rPr lang="es-MX" b="1" dirty="0"/>
              <a:t>CASO </a:t>
            </a:r>
            <a:r>
              <a:rPr lang="es-MX" b="1" dirty="0" smtClean="0"/>
              <a:t>4. </a:t>
            </a:r>
            <a:r>
              <a:rPr lang="es-MX" dirty="0" smtClean="0"/>
              <a:t>Dirección de Profesiones Estatal. </a:t>
            </a:r>
            <a:r>
              <a:rPr lang="es-MX" dirty="0"/>
              <a:t>IE con 1 o N </a:t>
            </a:r>
            <a:r>
              <a:rPr lang="es-MX" dirty="0" smtClean="0"/>
              <a:t>campus (Pública </a:t>
            </a:r>
            <a:r>
              <a:rPr lang="es-MX" dirty="0"/>
              <a:t>y/o Privada</a:t>
            </a:r>
            <a:r>
              <a:rPr lang="es-MX" dirty="0" smtClean="0"/>
              <a:t>)</a:t>
            </a:r>
            <a:endParaRPr lang="es-MX" dirty="0"/>
          </a:p>
          <a:p>
            <a:endParaRPr lang="es-MX" dirty="0" smtClean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8505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Recursos y Herramientas para la Mesa de Ayuda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631367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s-MX" sz="2800" b="1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Servicio web para Validar título electrónico</a:t>
            </a:r>
            <a:endParaRPr lang="es-MX" sz="2800" b="1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2700" b="1" dirty="0" smtClean="0">
                <a:solidFill>
                  <a:srgbClr val="0070C0"/>
                </a:solidFill>
              </a:rPr>
              <a:t>WSDL </a:t>
            </a:r>
            <a:r>
              <a:rPr lang="es-MX" sz="2400" u="sng" dirty="0" smtClean="0">
                <a:hlinkClick r:id="rId2"/>
              </a:rPr>
              <a:t>http</a:t>
            </a:r>
            <a:r>
              <a:rPr lang="es-MX" sz="2400" u="sng" dirty="0">
                <a:hlinkClick r:id="rId2"/>
              </a:rPr>
              <a:t>://172.31.71.3:8080/WSCommercefielComplement/WSCommerceFiel?wsdl</a:t>
            </a:r>
            <a:endParaRPr lang="es-MX" sz="2400" dirty="0"/>
          </a:p>
          <a:p>
            <a:pPr marL="0" indent="0">
              <a:buNone/>
            </a:pPr>
            <a:endParaRPr lang="es-MX" sz="1400" dirty="0" smtClean="0"/>
          </a:p>
          <a:p>
            <a:pPr marL="0" indent="0">
              <a:buNone/>
            </a:pPr>
            <a:r>
              <a:rPr lang="es-MX" dirty="0" smtClean="0"/>
              <a:t>Método </a:t>
            </a:r>
            <a:r>
              <a:rPr lang="es-MX" b="1" dirty="0" err="1" smtClean="0"/>
              <a:t>XMLTitle</a:t>
            </a:r>
            <a:endParaRPr lang="es-MX" b="1" dirty="0" smtClean="0"/>
          </a:p>
          <a:p>
            <a:pPr marL="400050" lvl="1" indent="0">
              <a:buNone/>
            </a:pPr>
            <a:r>
              <a:rPr lang="es-MX" sz="1400" b="1" dirty="0" smtClean="0"/>
              <a:t>Parámetros de entrada</a:t>
            </a:r>
          </a:p>
          <a:p>
            <a:pPr marL="800100" lvl="2" indent="0">
              <a:buNone/>
            </a:pPr>
            <a:r>
              <a:rPr lang="es-MX" sz="1400" dirty="0" smtClean="0"/>
              <a:t>&lt;</a:t>
            </a:r>
            <a:r>
              <a:rPr lang="es-MX" sz="1400" dirty="0" err="1"/>
              <a:t>entity</a:t>
            </a:r>
            <a:r>
              <a:rPr lang="es-MX" sz="1400" dirty="0"/>
              <a:t>&gt;</a:t>
            </a:r>
            <a:r>
              <a:rPr lang="es-MX" sz="1400" b="1" dirty="0">
                <a:solidFill>
                  <a:srgbClr val="0070C0"/>
                </a:solidFill>
              </a:rPr>
              <a:t>TITULOS</a:t>
            </a:r>
            <a:r>
              <a:rPr lang="es-MX" sz="1400" dirty="0"/>
              <a:t>&lt;/</a:t>
            </a:r>
            <a:r>
              <a:rPr lang="es-MX" sz="1400" dirty="0" err="1"/>
              <a:t>entity</a:t>
            </a:r>
            <a:r>
              <a:rPr lang="es-MX" sz="1400" dirty="0"/>
              <a:t>&gt;</a:t>
            </a:r>
          </a:p>
          <a:p>
            <a:pPr marL="800100" lvl="2" indent="0">
              <a:buNone/>
            </a:pPr>
            <a:r>
              <a:rPr lang="es-MX" sz="1400" dirty="0" smtClean="0"/>
              <a:t>&lt;</a:t>
            </a:r>
            <a:r>
              <a:rPr lang="es-MX" sz="1400" dirty="0" err="1"/>
              <a:t>password</a:t>
            </a:r>
            <a:r>
              <a:rPr lang="es-MX" sz="1400" dirty="0"/>
              <a:t>&gt;</a:t>
            </a:r>
            <a:r>
              <a:rPr lang="es-MX" sz="1400" b="1" dirty="0">
                <a:solidFill>
                  <a:srgbClr val="0070C0"/>
                </a:solidFill>
              </a:rPr>
              <a:t>1fd1ft1xl2</a:t>
            </a:r>
            <a:r>
              <a:rPr lang="es-MX" sz="1400" dirty="0"/>
              <a:t>&lt;/</a:t>
            </a:r>
            <a:r>
              <a:rPr lang="es-MX" sz="1400" dirty="0" err="1"/>
              <a:t>password</a:t>
            </a:r>
            <a:r>
              <a:rPr lang="es-MX" sz="1400" dirty="0"/>
              <a:t>&gt;</a:t>
            </a:r>
          </a:p>
          <a:p>
            <a:pPr marL="800100" lvl="2" indent="0">
              <a:buNone/>
            </a:pPr>
            <a:r>
              <a:rPr lang="es-MX" sz="1400" dirty="0" smtClean="0"/>
              <a:t>&lt;</a:t>
            </a:r>
            <a:r>
              <a:rPr lang="es-MX" sz="1400" dirty="0" err="1"/>
              <a:t>user</a:t>
            </a:r>
            <a:r>
              <a:rPr lang="es-MX" sz="1400" dirty="0"/>
              <a:t>&gt;</a:t>
            </a:r>
            <a:r>
              <a:rPr lang="es-MX" sz="1400" b="1" dirty="0">
                <a:solidFill>
                  <a:srgbClr val="0070C0"/>
                </a:solidFill>
              </a:rPr>
              <a:t>TITULOS</a:t>
            </a:r>
            <a:r>
              <a:rPr lang="es-MX" sz="1400" dirty="0"/>
              <a:t>&lt;/</a:t>
            </a:r>
            <a:r>
              <a:rPr lang="es-MX" sz="1400" dirty="0" err="1"/>
              <a:t>user</a:t>
            </a:r>
            <a:r>
              <a:rPr lang="es-MX" sz="1400" dirty="0"/>
              <a:t>&gt;</a:t>
            </a:r>
          </a:p>
          <a:p>
            <a:pPr marL="800100" lvl="2" indent="0">
              <a:buNone/>
            </a:pPr>
            <a:r>
              <a:rPr lang="es-MX" sz="1400" dirty="0" smtClean="0"/>
              <a:t>&lt;</a:t>
            </a:r>
            <a:r>
              <a:rPr lang="es-MX" sz="1400" dirty="0" err="1" smtClean="0"/>
              <a:t>reference</a:t>
            </a:r>
            <a:r>
              <a:rPr lang="es-MX" sz="1400" dirty="0" smtClean="0"/>
              <a:t>&gt;</a:t>
            </a:r>
            <a:r>
              <a:rPr lang="es-MX" sz="1400" b="1" dirty="0" smtClean="0">
                <a:solidFill>
                  <a:srgbClr val="0070C0"/>
                </a:solidFill>
              </a:rPr>
              <a:t>Texto libre para identificar la transacción</a:t>
            </a:r>
            <a:r>
              <a:rPr lang="es-MX" sz="1400" dirty="0" smtClean="0"/>
              <a:t>&lt;/</a:t>
            </a:r>
            <a:r>
              <a:rPr lang="es-MX" sz="1400" dirty="0" err="1"/>
              <a:t>reference</a:t>
            </a:r>
            <a:r>
              <a:rPr lang="es-MX" sz="1400" dirty="0"/>
              <a:t>&gt;</a:t>
            </a:r>
          </a:p>
          <a:p>
            <a:pPr marL="800100" lvl="2" indent="0">
              <a:buNone/>
            </a:pPr>
            <a:r>
              <a:rPr lang="es-MX" sz="1400" dirty="0" smtClean="0"/>
              <a:t>&lt;base64Xml&gt;</a:t>
            </a:r>
            <a:r>
              <a:rPr lang="es-MX" sz="1400" b="1" dirty="0" smtClean="0">
                <a:solidFill>
                  <a:srgbClr val="0070C0"/>
                </a:solidFill>
              </a:rPr>
              <a:t>Archivo XML convertido a Base64</a:t>
            </a:r>
            <a:r>
              <a:rPr lang="es-MX" sz="1400" dirty="0" smtClean="0"/>
              <a:t>&lt;/base64Xml&gt;</a:t>
            </a:r>
          </a:p>
          <a:p>
            <a:pPr marL="800100" lvl="2" indent="0">
              <a:buNone/>
            </a:pPr>
            <a:r>
              <a:rPr lang="es-MX" sz="1400" dirty="0" smtClean="0"/>
              <a:t>&lt;</a:t>
            </a:r>
            <a:r>
              <a:rPr lang="es-MX" sz="1400" dirty="0" err="1" smtClean="0"/>
              <a:t>idNameInstitucion</a:t>
            </a:r>
            <a:r>
              <a:rPr lang="es-MX" sz="1400" dirty="0" smtClean="0"/>
              <a:t>&gt;</a:t>
            </a:r>
            <a:r>
              <a:rPr lang="es-MX" sz="1400" b="1" dirty="0" smtClean="0">
                <a:solidFill>
                  <a:srgbClr val="0070C0"/>
                </a:solidFill>
              </a:rPr>
              <a:t>Clave de Institución</a:t>
            </a:r>
            <a:r>
              <a:rPr lang="es-MX" sz="1400" dirty="0" smtClean="0"/>
              <a:t>&lt;/</a:t>
            </a:r>
            <a:r>
              <a:rPr lang="es-MX" sz="1400" dirty="0" err="1"/>
              <a:t>idNameInstitucion</a:t>
            </a:r>
            <a:r>
              <a:rPr lang="es-MX" sz="1400" dirty="0" smtClean="0"/>
              <a:t>&gt;</a:t>
            </a:r>
          </a:p>
          <a:p>
            <a:pPr marL="400050" lvl="1" indent="0">
              <a:buNone/>
            </a:pPr>
            <a:r>
              <a:rPr lang="es-MX" sz="1400" b="1" dirty="0"/>
              <a:t>Parámetros de </a:t>
            </a:r>
            <a:r>
              <a:rPr lang="es-MX" sz="1400" b="1" dirty="0" smtClean="0"/>
              <a:t>salida</a:t>
            </a:r>
          </a:p>
          <a:p>
            <a:pPr marL="800100" lvl="2" indent="0">
              <a:buNone/>
            </a:pPr>
            <a:r>
              <a:rPr lang="es-MX" sz="1400" dirty="0" smtClean="0"/>
              <a:t>&lt;</a:t>
            </a:r>
            <a:r>
              <a:rPr lang="es-MX" sz="1400" dirty="0" err="1" smtClean="0"/>
              <a:t>descript</a:t>
            </a:r>
            <a:r>
              <a:rPr lang="es-MX" sz="1400" dirty="0" smtClean="0"/>
              <a:t>&gt;</a:t>
            </a:r>
            <a:r>
              <a:rPr lang="es-MX" sz="1400" b="1" dirty="0">
                <a:solidFill>
                  <a:srgbClr val="0070C0"/>
                </a:solidFill>
              </a:rPr>
              <a:t>Mensaje con descripción del resultado</a:t>
            </a:r>
            <a:r>
              <a:rPr lang="es-MX" sz="1400" dirty="0" smtClean="0"/>
              <a:t>&lt;/</a:t>
            </a:r>
            <a:r>
              <a:rPr lang="es-MX" sz="1400" dirty="0" err="1" smtClean="0"/>
              <a:t>descript</a:t>
            </a:r>
            <a:r>
              <a:rPr lang="es-MX" sz="1400" dirty="0" smtClean="0"/>
              <a:t>&gt;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312409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Herramientas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MX" dirty="0" smtClean="0"/>
              <a:t>Para validar la estructura de los archivos XML, revisar XSD de título y carátula</a:t>
            </a:r>
          </a:p>
          <a:p>
            <a:r>
              <a:rPr lang="es-MX" dirty="0" smtClean="0"/>
              <a:t>Para validar contenido de catálogos, revisar catálogos definidos</a:t>
            </a:r>
          </a:p>
          <a:p>
            <a:r>
              <a:rPr lang="es-MX" dirty="0" smtClean="0"/>
              <a:t>Para validar la digestión del archivo XML del </a:t>
            </a:r>
            <a:r>
              <a:rPr lang="es-MX" dirty="0"/>
              <a:t>Título electrónico </a:t>
            </a:r>
            <a:r>
              <a:rPr lang="es-MX" dirty="0">
                <a:hlinkClick r:id="rId2"/>
              </a:rPr>
              <a:t>https://</a:t>
            </a:r>
            <a:r>
              <a:rPr lang="es-MX" dirty="0" smtClean="0">
                <a:hlinkClick r:id="rId2"/>
              </a:rPr>
              <a:t>www.xorbin.com/tools/sha256-hash-calculator</a:t>
            </a:r>
            <a:endParaRPr lang="es-MX" dirty="0" smtClean="0"/>
          </a:p>
          <a:p>
            <a:r>
              <a:rPr lang="es-MX" dirty="0" smtClean="0"/>
              <a:t>Para validar la conversión a Base64 del archivo XML del </a:t>
            </a:r>
            <a:r>
              <a:rPr lang="es-MX" dirty="0"/>
              <a:t>Título electrónico </a:t>
            </a:r>
            <a:r>
              <a:rPr lang="es-MX" dirty="0">
                <a:hlinkClick r:id="rId3"/>
              </a:rPr>
              <a:t>https://</a:t>
            </a:r>
            <a:r>
              <a:rPr lang="es-MX" dirty="0" smtClean="0">
                <a:hlinkClick r:id="rId3"/>
              </a:rPr>
              <a:t>www.base64encode.org/</a:t>
            </a:r>
            <a:endParaRPr lang="es-MX" dirty="0"/>
          </a:p>
          <a:p>
            <a:r>
              <a:rPr lang="es-MX" dirty="0" smtClean="0"/>
              <a:t>Conexión a VPN para comunicación con el servicio web </a:t>
            </a:r>
            <a:r>
              <a:rPr lang="es-MX" dirty="0" err="1" smtClean="0"/>
              <a:t>XMLTitle</a:t>
            </a:r>
            <a:r>
              <a:rPr lang="es-MX" dirty="0" smtClean="0"/>
              <a:t/>
            </a:r>
            <a:br>
              <a:rPr lang="es-MX" dirty="0" smtClean="0"/>
            </a:br>
            <a:r>
              <a:rPr lang="es-MX" dirty="0" smtClean="0"/>
              <a:t>	</a:t>
            </a:r>
            <a:r>
              <a:rPr lang="es-MX" b="1" dirty="0" smtClean="0"/>
              <a:t>USUARIO</a:t>
            </a:r>
            <a:r>
              <a:rPr lang="es-MX" dirty="0" smtClean="0"/>
              <a:t>: </a:t>
            </a:r>
            <a:r>
              <a:rPr lang="es-MX" dirty="0" err="1" smtClean="0"/>
              <a:t>Implementacion_títulos</a:t>
            </a:r>
            <a:r>
              <a:rPr lang="es-MX" dirty="0" smtClean="0"/>
              <a:t/>
            </a:r>
            <a:br>
              <a:rPr lang="es-MX" dirty="0" smtClean="0"/>
            </a:br>
            <a:r>
              <a:rPr lang="es-MX" dirty="0" smtClean="0"/>
              <a:t>	</a:t>
            </a:r>
            <a:r>
              <a:rPr lang="es-MX" b="1" dirty="0" smtClean="0"/>
              <a:t>CONTRASEÑA</a:t>
            </a:r>
            <a:r>
              <a:rPr lang="es-MX" dirty="0" smtClean="0"/>
              <a:t>: </a:t>
            </a:r>
            <a:r>
              <a:rPr lang="es-MX" dirty="0" smtClean="0"/>
              <a:t>UB4Xgt6E</a:t>
            </a:r>
            <a:r>
              <a:rPr lang="es-MX" dirty="0" smtClean="0"/>
              <a:t/>
            </a:r>
            <a:br>
              <a:rPr lang="es-MX" dirty="0" smtClean="0"/>
            </a:br>
            <a:endParaRPr lang="es-MX" dirty="0" smtClean="0"/>
          </a:p>
          <a:p>
            <a:r>
              <a:rPr lang="es-MX" dirty="0" smtClean="0"/>
              <a:t>Herramienta SOAP UI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62272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s-MX" sz="2800" b="1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Validar formación de Cadena </a:t>
            </a:r>
            <a:r>
              <a:rPr lang="es-MX" sz="28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original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 smtClean="0"/>
              <a:t>Cadenas originales de Título electrónico, revisar página 38 del Estándar de Título.</a:t>
            </a:r>
          </a:p>
          <a:p>
            <a:pPr marL="0" indent="0">
              <a:buNone/>
            </a:pPr>
            <a:endParaRPr lang="es-MX" dirty="0" smtClean="0"/>
          </a:p>
          <a:p>
            <a:pPr marL="0" indent="0">
              <a:buNone/>
            </a:pPr>
            <a:r>
              <a:rPr lang="es-MX" sz="2600" b="1" dirty="0" smtClean="0"/>
              <a:t>NOTAS</a:t>
            </a:r>
            <a:endParaRPr lang="es-MX" sz="2600" b="1" dirty="0"/>
          </a:p>
          <a:p>
            <a:r>
              <a:rPr lang="es-MX" sz="2600" dirty="0" smtClean="0"/>
              <a:t>El título electrónico debe contener una cadena original por cada firmante responsable</a:t>
            </a:r>
          </a:p>
          <a:p>
            <a:r>
              <a:rPr lang="es-MX" sz="2600" dirty="0" smtClean="0"/>
              <a:t>Si el servicio </a:t>
            </a:r>
            <a:r>
              <a:rPr lang="es-MX" sz="2600" dirty="0"/>
              <a:t>web </a:t>
            </a:r>
            <a:r>
              <a:rPr lang="es-MX" sz="2600" dirty="0" smtClean="0"/>
              <a:t>envía el </a:t>
            </a:r>
            <a:r>
              <a:rPr lang="es-MX" sz="2600" b="1" dirty="0" smtClean="0"/>
              <a:t>“Error </a:t>
            </a:r>
            <a:r>
              <a:rPr lang="es-MX" sz="2600" b="1" dirty="0"/>
              <a:t>Bus </a:t>
            </a:r>
            <a:r>
              <a:rPr lang="es-MX" sz="2600" b="1" dirty="0" smtClean="0"/>
              <a:t>criptográfico: </a:t>
            </a:r>
            <a:r>
              <a:rPr lang="es-MX" sz="2600" b="1" dirty="0"/>
              <a:t>La Secuencia no ha sido </a:t>
            </a:r>
            <a:r>
              <a:rPr lang="es-MX" sz="2600" b="1" dirty="0" smtClean="0"/>
              <a:t>autenticada“</a:t>
            </a:r>
            <a:r>
              <a:rPr lang="es-MX" sz="2600" dirty="0" smtClean="0"/>
              <a:t>, se deberá revisar la correcta formación de la(s) cadena original(es)</a:t>
            </a:r>
          </a:p>
        </p:txBody>
      </p:sp>
    </p:spTree>
    <p:extLst>
      <p:ext uri="{BB962C8B-B14F-4D97-AF65-F5344CB8AC3E}">
        <p14:creationId xmlns:p14="http://schemas.microsoft.com/office/powerpoint/2010/main" val="1615467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s-MX" sz="28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Servicio </a:t>
            </a:r>
            <a:r>
              <a:rPr lang="es-MX" sz="2800" b="1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Web de Transferencias Certificadas</a:t>
            </a:r>
            <a:endParaRPr lang="es-MX" sz="2800" b="1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MX" sz="2600" dirty="0">
                <a:solidFill>
                  <a:srgbClr val="0070C0"/>
                </a:solidFill>
              </a:rPr>
              <a:t>Ambiente de Pruebas</a:t>
            </a:r>
            <a:endParaRPr lang="es-MX" sz="2600" dirty="0">
              <a:solidFill>
                <a:srgbClr val="0070C0"/>
              </a:solidFill>
              <a:hlinkClick r:id="rId2"/>
            </a:endParaRPr>
          </a:p>
          <a:p>
            <a:pPr marL="0" indent="0">
              <a:buNone/>
            </a:pPr>
            <a:endParaRPr lang="es-MX" sz="1900" dirty="0" smtClean="0"/>
          </a:p>
          <a:p>
            <a:pPr marL="0" indent="0">
              <a:buNone/>
            </a:pPr>
            <a:r>
              <a:rPr lang="es-MX" sz="2200" dirty="0">
                <a:hlinkClick r:id="rId3"/>
              </a:rPr>
              <a:t>https://</a:t>
            </a:r>
            <a:r>
              <a:rPr lang="es-MX" sz="2200" dirty="0" smtClean="0">
                <a:hlinkClick r:id="rId3"/>
              </a:rPr>
              <a:t>metqa.siged.sep.gob.mx/met-ws/services/TitulosElectronicos.wsdl</a:t>
            </a:r>
            <a:r>
              <a:rPr lang="es-MX" sz="2200" dirty="0" smtClean="0"/>
              <a:t> </a:t>
            </a:r>
          </a:p>
          <a:p>
            <a:pPr marL="0" indent="0">
              <a:buNone/>
            </a:pPr>
            <a:endParaRPr lang="es-MX" dirty="0" smtClean="0"/>
          </a:p>
          <a:p>
            <a:pPr marL="0" indent="0">
              <a:buNone/>
            </a:pPr>
            <a:r>
              <a:rPr lang="es-MX" dirty="0" smtClean="0"/>
              <a:t>Método de transferencia</a:t>
            </a:r>
            <a:br>
              <a:rPr lang="es-MX" dirty="0" smtClean="0"/>
            </a:br>
            <a:endParaRPr lang="es-MX" dirty="0" smtClean="0"/>
          </a:p>
          <a:p>
            <a:pPr algn="just"/>
            <a:r>
              <a:rPr lang="es-MX" sz="2800" b="1" dirty="0" err="1"/>
              <a:t>cargaTituloElectronico</a:t>
            </a:r>
            <a:r>
              <a:rPr lang="es-MX" sz="2800" dirty="0"/>
              <a:t>: Método </a:t>
            </a:r>
            <a:r>
              <a:rPr lang="es-MX" sz="2800" dirty="0" smtClean="0"/>
              <a:t>de envío </a:t>
            </a:r>
            <a:r>
              <a:rPr lang="es-MX" sz="2800" dirty="0"/>
              <a:t>de los Títulos Electrónicos para el proceso de registro. Este método entrega un Número de Lote para consultas posteriores.</a:t>
            </a:r>
          </a:p>
        </p:txBody>
      </p:sp>
    </p:spTree>
    <p:extLst>
      <p:ext uri="{BB962C8B-B14F-4D97-AF65-F5344CB8AC3E}">
        <p14:creationId xmlns:p14="http://schemas.microsoft.com/office/powerpoint/2010/main" val="556597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s-MX" sz="28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Servicio </a:t>
            </a:r>
            <a:r>
              <a:rPr lang="es-MX" sz="2800" b="1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Web de Transferencias Certificadas</a:t>
            </a:r>
            <a:endParaRPr lang="es-MX" sz="2800" b="1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s-MX" sz="2200" dirty="0" smtClean="0"/>
              <a:t>Métodos de gestión</a:t>
            </a:r>
            <a:br>
              <a:rPr lang="es-MX" sz="2200" dirty="0" smtClean="0"/>
            </a:br>
            <a:endParaRPr lang="es-MX" sz="2400" dirty="0" smtClean="0"/>
          </a:p>
          <a:p>
            <a:pPr algn="just"/>
            <a:r>
              <a:rPr lang="es-MX" sz="2400" b="1" dirty="0" err="1" smtClean="0"/>
              <a:t>consultaProcesoTituloElectronico</a:t>
            </a:r>
            <a:r>
              <a:rPr lang="es-MX" sz="2400" b="1" dirty="0" smtClean="0"/>
              <a:t>:</a:t>
            </a:r>
            <a:r>
              <a:rPr lang="es-MX" sz="2400" dirty="0" smtClean="0"/>
              <a:t> Método </a:t>
            </a:r>
            <a:r>
              <a:rPr lang="es-MX" sz="2400" dirty="0"/>
              <a:t>que realiza la consulta del estatus del proceso de registro de los Títulos Electrónicos a través del Número de Lote.</a:t>
            </a:r>
          </a:p>
          <a:p>
            <a:pPr algn="just"/>
            <a:r>
              <a:rPr lang="es-MX" sz="2400" b="1" dirty="0" err="1" smtClean="0"/>
              <a:t>descargaTituloElectronico</a:t>
            </a:r>
            <a:r>
              <a:rPr lang="es-MX" sz="2400" b="1" dirty="0" smtClean="0"/>
              <a:t>: </a:t>
            </a:r>
            <a:r>
              <a:rPr lang="es-MX" sz="2400" dirty="0" smtClean="0"/>
              <a:t>Método </a:t>
            </a:r>
            <a:r>
              <a:rPr lang="es-MX" sz="2400" dirty="0"/>
              <a:t>que realiza la descarga del resultado del proceso de registro de los Títulos Electrónicos.</a:t>
            </a:r>
          </a:p>
          <a:p>
            <a:pPr algn="just"/>
            <a:r>
              <a:rPr lang="es-MX" sz="2400" b="1" dirty="0" err="1" smtClean="0"/>
              <a:t>cancelaTituloElectronico</a:t>
            </a:r>
            <a:r>
              <a:rPr lang="es-MX" sz="2400" b="1" dirty="0" smtClean="0"/>
              <a:t>: </a:t>
            </a:r>
            <a:r>
              <a:rPr lang="es-MX" sz="2400" dirty="0" smtClean="0"/>
              <a:t>Método </a:t>
            </a:r>
            <a:r>
              <a:rPr lang="es-MX" sz="2400" dirty="0"/>
              <a:t>que realiza la cancelación de un Título Electrónico. La cancelación se efectúa mediante el folio de control asignado al título electrónico por cada institución académica y previamente registrado de forma exitosa mediante el método </a:t>
            </a:r>
            <a:r>
              <a:rPr lang="es-MX" sz="2400" dirty="0" err="1"/>
              <a:t>cargaTituloElectronico</a:t>
            </a:r>
            <a:r>
              <a:rPr lang="es-MX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367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Mesa de Ayuda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Teléfono: (55) 3601-1000 Extensión 61070</a:t>
            </a:r>
          </a:p>
          <a:p>
            <a:r>
              <a:rPr lang="es-MX" dirty="0" smtClean="0"/>
              <a:t>Correo electrónico: </a:t>
            </a:r>
            <a:r>
              <a:rPr lang="es-MX" sz="2400" dirty="0" smtClean="0">
                <a:hlinkClick r:id="rId2"/>
              </a:rPr>
              <a:t>implementacion.cedulaelectronica@nube.sep.gob.mx</a:t>
            </a:r>
            <a:r>
              <a:rPr lang="es-MX" sz="2400" dirty="0" smtClean="0"/>
              <a:t> 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3767234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sz="3600" dirty="0" smtClean="0"/>
              <a:t>Estatus de Implementación</a:t>
            </a:r>
            <a:endParaRPr lang="es-MX" sz="36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 smtClean="0"/>
              <a:t>Con corte al 02 de Agosto 2018</a:t>
            </a:r>
            <a:endParaRPr lang="es-MX" sz="20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204864"/>
            <a:ext cx="2990476" cy="217142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04864"/>
            <a:ext cx="2857143" cy="13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94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492896"/>
            <a:ext cx="7772400" cy="1362075"/>
          </a:xfrm>
        </p:spPr>
        <p:txBody>
          <a:bodyPr/>
          <a:lstStyle/>
          <a:p>
            <a:pPr algn="ctr"/>
            <a:r>
              <a:rPr lang="es-MX" b="1" dirty="0" smtClean="0"/>
              <a:t>DUDAS O COMENTARIOS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6654343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B764736257F3F46A4EC71BF4FF7D0F6" ma:contentTypeVersion="1" ma:contentTypeDescription="Crear nuevo documento." ma:contentTypeScope="" ma:versionID="74633633468603e158d3f4cf8c26b7b3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b32cfd30b83adf7a282b15aced64ac76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Fecha de inicio programada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Fecha de finalización programada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EB0BA9-55F7-49D4-96C3-6553878A2A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C8A7A6-EADE-47C7-A50A-41D857851413}">
  <ds:schemaRefs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F6BD0B0-956A-4C4F-BCD8-6DB8CDD66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14462</TotalTime>
  <Words>1028</Words>
  <Application>Microsoft Office PowerPoint</Application>
  <PresentationFormat>Presentación en pantalla (4:3)</PresentationFormat>
  <Paragraphs>135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Calibri</vt:lpstr>
      <vt:lpstr>Soberana Sans</vt:lpstr>
      <vt:lpstr>Soberana Titular</vt:lpstr>
      <vt:lpstr>Times New Roman</vt:lpstr>
      <vt:lpstr>Tema de Office</vt:lpstr>
      <vt:lpstr>Presentación de PowerPoint</vt:lpstr>
      <vt:lpstr>TEMARIO</vt:lpstr>
      <vt:lpstr>Mesa de Ayuda</vt:lpstr>
      <vt:lpstr>NIVEL 1</vt:lpstr>
      <vt:lpstr>NIVEL 2</vt:lpstr>
      <vt:lpstr>NIVEL 3</vt:lpstr>
      <vt:lpstr>Proceso de Implementación</vt:lpstr>
      <vt:lpstr>¿Qué es la Clave de Institución Concentradora?</vt:lpstr>
      <vt:lpstr>Títulos Electrónicos – Etapas de implementación</vt:lpstr>
      <vt:lpstr>Sitio Web de Ayuda</vt:lpstr>
      <vt:lpstr>Casos de Atención</vt:lpstr>
      <vt:lpstr>Recursos y Herramientas para la Mesa de Ayuda</vt:lpstr>
      <vt:lpstr>Servicio web para Validar título electrónico</vt:lpstr>
      <vt:lpstr>Herramientas</vt:lpstr>
      <vt:lpstr>Validar formación de Cadena original</vt:lpstr>
      <vt:lpstr>Servicio Web de Transferencias Certificadas</vt:lpstr>
      <vt:lpstr>Servicio Web de Transferencias Certificadas</vt:lpstr>
      <vt:lpstr>Mesa de Ayuda</vt:lpstr>
      <vt:lpstr>Estatus de Implementación</vt:lpstr>
      <vt:lpstr>DUDAS O COMENTARIOS</vt:lpstr>
    </vt:vector>
  </TitlesOfParts>
  <Company>Secretaria de Educacion Publica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EMMANUEL RODRIGO LABASTIDA CUADRA</dc:creator>
  <cp:lastModifiedBy>Usuario de Windows</cp:lastModifiedBy>
  <cp:revision>545</cp:revision>
  <cp:lastPrinted>2016-01-14T00:04:41Z</cp:lastPrinted>
  <dcterms:created xsi:type="dcterms:W3CDTF">2014-02-18T18:33:30Z</dcterms:created>
  <dcterms:modified xsi:type="dcterms:W3CDTF">2018-08-03T16:25:28Z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0x0101000B764736257F3F46A4EC71BF4FF7D0F6</vt:lpwstr>
  </property>
</Properties>
</file>